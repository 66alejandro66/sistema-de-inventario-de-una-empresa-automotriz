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2" r:id="rId7"/>
    <p:sldId id="261" r:id="rId8"/>
    <p:sldId id="263" r:id="rId9"/>
  </p:sldIdLst>
  <p:sldSz cx="12192000" cy="6858000"/>
  <p:notesSz cx="6858000" cy="9144000"/>
  <p:embeddedFontLst>
    <p:embeddedFont>
      <p:font typeface="Oi" panose="020B0604020202020204" charset="0"/>
      <p:regular r:id="rId11"/>
    </p:embeddedFont>
    <p:embeddedFont>
      <p:font typeface="Work Sans" pitchFamily="2" charset="0"/>
      <p:regular r:id="rId12"/>
      <p:bold r:id="rId13"/>
      <p:boldItalic r:id="rId14"/>
    </p:embeddedFont>
    <p:embeddedFont>
      <p:font typeface="Work Sans Light"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92">
          <p15:clr>
            <a:srgbClr val="A4A3A4"/>
          </p15:clr>
        </p15:guide>
        <p15:guide id="2" orient="horz" pos="184">
          <p15:clr>
            <a:srgbClr val="A4A3A4"/>
          </p15:clr>
        </p15:guide>
        <p15:guide id="3"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jjTr/7uQQmRi/dvhZVuyTrqYBWJ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24B4F9-2729-45BD-9128-36D66BA5D7B7}" v="2" dt="2025-07-02T02:32:56.7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99" d="100"/>
          <a:sy n="99" d="100"/>
        </p:scale>
        <p:origin x="43" y="-120"/>
      </p:cViewPr>
      <p:guideLst>
        <p:guide orient="horz" pos="592"/>
        <p:guide orient="horz" pos="18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microsoft.com/office/2015/10/relationships/revisionInfo" Target="revisionInfo.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
        <p:nvSpPr>
          <p:cNvPr id="4" name="Google Shape;4;n"/>
          <p:cNvSpPr txBox="1">
            <a:spLocks noGrp="1"/>
          </p:cNvSpPr>
          <p:nvPr>
            <p:ph type="hdr" idx="2"/>
          </p:nvPr>
        </p:nvSpPr>
        <p:spPr>
          <a:xfrm>
            <a:off x="0" y="0"/>
            <a:ext cx="2971799" cy="458787"/>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1pPr>
            <a:lvl2pPr marR="0" lvl="1"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2pPr>
            <a:lvl3pPr marR="0" lvl="2"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3pPr>
            <a:lvl4pPr marR="0" lvl="3"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4pPr>
            <a:lvl5pPr marR="0" lvl="4"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5pPr>
            <a:lvl6pPr marR="0" lvl="5"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6pPr>
            <a:lvl7pPr marR="0" lvl="6"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7pPr>
            <a:lvl8pPr marR="0" lvl="7"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8pPr>
            <a:lvl9pPr marR="0" lvl="8"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9pPr>
          </a:lstStyle>
          <a:p>
            <a:endParaRPr/>
          </a:p>
        </p:txBody>
      </p:sp>
      <p:sp>
        <p:nvSpPr>
          <p:cNvPr id="5" name="Google Shape;5;n"/>
          <p:cNvSpPr txBox="1">
            <a:spLocks noGrp="1"/>
          </p:cNvSpPr>
          <p:nvPr>
            <p:ph type="dt" idx="10"/>
          </p:nvPr>
        </p:nvSpPr>
        <p:spPr>
          <a:xfrm>
            <a:off x="3884613" y="0"/>
            <a:ext cx="2971800" cy="458787"/>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1pPr>
            <a:lvl2pPr marR="0" lvl="1"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2pPr>
            <a:lvl3pPr marR="0" lvl="2"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3pPr>
            <a:lvl4pPr marR="0" lvl="3"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4pPr>
            <a:lvl5pPr marR="0" lvl="4"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5pPr>
            <a:lvl6pPr marR="0" lvl="5"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6pPr>
            <a:lvl7pPr marR="0" lvl="6"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7pPr>
            <a:lvl8pPr marR="0" lvl="7"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8pPr>
            <a:lvl9pPr marR="0" lvl="8"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9pPr>
          </a:lstStyle>
          <a:p>
            <a:endParaRPr/>
          </a:p>
        </p:txBody>
      </p:sp>
      <p:sp>
        <p:nvSpPr>
          <p:cNvPr id="6" name="Google Shape;6;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 name="Google Shape;7;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ftr" idx="11"/>
          </p:nvPr>
        </p:nvSpPr>
        <p:spPr>
          <a:xfrm>
            <a:off x="0" y="8685213"/>
            <a:ext cx="2971799"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1pPr>
            <a:lvl2pPr marR="0" lvl="1"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2pPr>
            <a:lvl3pPr marR="0" lvl="2"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3pPr>
            <a:lvl4pPr marR="0" lvl="3"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4pPr>
            <a:lvl5pPr marR="0" lvl="4"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5pPr>
            <a:lvl6pPr marR="0" lvl="5"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6pPr>
            <a:lvl7pPr marR="0" lvl="6"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7pPr>
            <a:lvl8pPr marR="0" lvl="7"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8pPr>
            <a:lvl9pPr marR="0" lvl="8"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62be3c2590_2_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1</a:t>
            </a:fld>
            <a:endParaRPr sz="1200">
              <a:latin typeface="Calibri"/>
              <a:ea typeface="Calibri"/>
              <a:cs typeface="Calibri"/>
              <a:sym typeface="Calibri"/>
            </a:endParaRPr>
          </a:p>
        </p:txBody>
      </p:sp>
      <p:sp>
        <p:nvSpPr>
          <p:cNvPr id="90" name="Google Shape;90;g362be3c2590_2_0:notes"/>
          <p:cNvSpPr txBox="1">
            <a:spLocks noGrp="1"/>
          </p:cNvSpPr>
          <p:nvPr>
            <p:ph type="sldNum" idx="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1</a:t>
            </a:fld>
            <a:endParaRPr sz="1200">
              <a:latin typeface="Calibri"/>
              <a:ea typeface="Calibri"/>
              <a:cs typeface="Calibri"/>
              <a:sym typeface="Calibri"/>
            </a:endParaRPr>
          </a:p>
        </p:txBody>
      </p:sp>
      <p:sp>
        <p:nvSpPr>
          <p:cNvPr id="91" name="Google Shape;91;g362be3c2590_2_0:notes"/>
          <p:cNvSpPr txBox="1">
            <a:spLocks noGrp="1"/>
          </p:cNvSpPr>
          <p:nvPr>
            <p:ph type="sldNum" idx="3"/>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1</a:t>
            </a:fld>
            <a:endParaRPr sz="1200">
              <a:latin typeface="Calibri"/>
              <a:ea typeface="Calibri"/>
              <a:cs typeface="Calibri"/>
              <a:sym typeface="Calibri"/>
            </a:endParaRPr>
          </a:p>
        </p:txBody>
      </p:sp>
      <p:sp>
        <p:nvSpPr>
          <p:cNvPr id="92" name="Google Shape;92;g362be3c2590_2_0:notes"/>
          <p:cNvSpPr>
            <a:spLocks noGrp="1" noRot="1" noChangeAspect="1"/>
          </p:cNvSpPr>
          <p:nvPr>
            <p:ph type="sldImg" idx="4"/>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3" name="Google Shape;93;g362be3c2590_2_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4" name="Google Shape;94;g362be3c2590_2_0:notes"/>
          <p:cNvSpPr txBox="1">
            <a:spLocks noGrp="1"/>
          </p:cNvSpPr>
          <p:nvPr>
            <p:ph type="sldNum" idx="5"/>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1</a:t>
            </a:fld>
            <a:endParaRPr sz="1200">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62be3c2590_2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2</a:t>
            </a:fld>
            <a:endParaRPr sz="1200">
              <a:latin typeface="Calibri"/>
              <a:ea typeface="Calibri"/>
              <a:cs typeface="Calibri"/>
              <a:sym typeface="Calibri"/>
            </a:endParaRPr>
          </a:p>
        </p:txBody>
      </p:sp>
      <p:sp>
        <p:nvSpPr>
          <p:cNvPr id="99" name="Google Shape;99;g362be3c2590_2_9:notes"/>
          <p:cNvSpPr txBox="1">
            <a:spLocks noGrp="1"/>
          </p:cNvSpPr>
          <p:nvPr>
            <p:ph type="sldNum" idx="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2</a:t>
            </a:fld>
            <a:endParaRPr sz="1200">
              <a:latin typeface="Calibri"/>
              <a:ea typeface="Calibri"/>
              <a:cs typeface="Calibri"/>
              <a:sym typeface="Calibri"/>
            </a:endParaRPr>
          </a:p>
        </p:txBody>
      </p:sp>
      <p:sp>
        <p:nvSpPr>
          <p:cNvPr id="100" name="Google Shape;100;g362be3c2590_2_9:notes"/>
          <p:cNvSpPr txBox="1">
            <a:spLocks noGrp="1"/>
          </p:cNvSpPr>
          <p:nvPr>
            <p:ph type="sldNum" idx="3"/>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2</a:t>
            </a:fld>
            <a:endParaRPr sz="1200">
              <a:latin typeface="Calibri"/>
              <a:ea typeface="Calibri"/>
              <a:cs typeface="Calibri"/>
              <a:sym typeface="Calibri"/>
            </a:endParaRPr>
          </a:p>
        </p:txBody>
      </p:sp>
      <p:sp>
        <p:nvSpPr>
          <p:cNvPr id="101" name="Google Shape;101;g362be3c2590_2_9:notes"/>
          <p:cNvSpPr>
            <a:spLocks noGrp="1" noRot="1" noChangeAspect="1"/>
          </p:cNvSpPr>
          <p:nvPr>
            <p:ph type="sldImg" idx="4"/>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2" name="Google Shape;102;g362be3c2590_2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3" name="Google Shape;103;g362be3c2590_2_9:notes"/>
          <p:cNvSpPr txBox="1">
            <a:spLocks noGrp="1"/>
          </p:cNvSpPr>
          <p:nvPr>
            <p:ph type="sldNum" idx="5"/>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2</a:t>
            </a:fld>
            <a:endParaRPr sz="1200">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62be3c2590_2_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3</a:t>
            </a:fld>
            <a:endParaRPr sz="1200">
              <a:latin typeface="Calibri"/>
              <a:ea typeface="Calibri"/>
              <a:cs typeface="Calibri"/>
              <a:sym typeface="Calibri"/>
            </a:endParaRPr>
          </a:p>
        </p:txBody>
      </p:sp>
      <p:sp>
        <p:nvSpPr>
          <p:cNvPr id="110" name="Google Shape;110;g362be3c2590_2_19:notes"/>
          <p:cNvSpPr txBox="1">
            <a:spLocks noGrp="1"/>
          </p:cNvSpPr>
          <p:nvPr>
            <p:ph type="sldNum" idx="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3</a:t>
            </a:fld>
            <a:endParaRPr sz="1200">
              <a:latin typeface="Calibri"/>
              <a:ea typeface="Calibri"/>
              <a:cs typeface="Calibri"/>
              <a:sym typeface="Calibri"/>
            </a:endParaRPr>
          </a:p>
        </p:txBody>
      </p:sp>
      <p:sp>
        <p:nvSpPr>
          <p:cNvPr id="111" name="Google Shape;111;g362be3c2590_2_19:notes"/>
          <p:cNvSpPr txBox="1">
            <a:spLocks noGrp="1"/>
          </p:cNvSpPr>
          <p:nvPr>
            <p:ph type="sldNum" idx="3"/>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3</a:t>
            </a:fld>
            <a:endParaRPr sz="1200">
              <a:latin typeface="Calibri"/>
              <a:ea typeface="Calibri"/>
              <a:cs typeface="Calibri"/>
              <a:sym typeface="Calibri"/>
            </a:endParaRPr>
          </a:p>
        </p:txBody>
      </p:sp>
      <p:sp>
        <p:nvSpPr>
          <p:cNvPr id="112" name="Google Shape;112;g362be3c2590_2_19:notes"/>
          <p:cNvSpPr>
            <a:spLocks noGrp="1" noRot="1" noChangeAspect="1"/>
          </p:cNvSpPr>
          <p:nvPr>
            <p:ph type="sldImg" idx="4"/>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3" name="Google Shape;113;g362be3c2590_2_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g362be3c2590_2_19:notes"/>
          <p:cNvSpPr txBox="1">
            <a:spLocks noGrp="1"/>
          </p:cNvSpPr>
          <p:nvPr>
            <p:ph type="sldNum" idx="5"/>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3</a:t>
            </a:fld>
            <a:endParaRPr sz="1200">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62be3c2590_2_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4</a:t>
            </a:fld>
            <a:endParaRPr sz="1200">
              <a:latin typeface="Calibri"/>
              <a:ea typeface="Calibri"/>
              <a:cs typeface="Calibri"/>
              <a:sym typeface="Calibri"/>
            </a:endParaRPr>
          </a:p>
        </p:txBody>
      </p:sp>
      <p:sp>
        <p:nvSpPr>
          <p:cNvPr id="126" name="Google Shape;126;g362be3c2590_2_34:notes"/>
          <p:cNvSpPr txBox="1">
            <a:spLocks noGrp="1"/>
          </p:cNvSpPr>
          <p:nvPr>
            <p:ph type="sldNum" idx="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4</a:t>
            </a:fld>
            <a:endParaRPr sz="1200">
              <a:latin typeface="Calibri"/>
              <a:ea typeface="Calibri"/>
              <a:cs typeface="Calibri"/>
              <a:sym typeface="Calibri"/>
            </a:endParaRPr>
          </a:p>
        </p:txBody>
      </p:sp>
      <p:sp>
        <p:nvSpPr>
          <p:cNvPr id="127" name="Google Shape;127;g362be3c2590_2_34:notes"/>
          <p:cNvSpPr txBox="1">
            <a:spLocks noGrp="1"/>
          </p:cNvSpPr>
          <p:nvPr>
            <p:ph type="sldNum" idx="3"/>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4</a:t>
            </a:fld>
            <a:endParaRPr sz="1200">
              <a:latin typeface="Calibri"/>
              <a:ea typeface="Calibri"/>
              <a:cs typeface="Calibri"/>
              <a:sym typeface="Calibri"/>
            </a:endParaRPr>
          </a:p>
        </p:txBody>
      </p:sp>
      <p:sp>
        <p:nvSpPr>
          <p:cNvPr id="128" name="Google Shape;128;g362be3c2590_2_34:notes"/>
          <p:cNvSpPr>
            <a:spLocks noGrp="1" noRot="1" noChangeAspect="1"/>
          </p:cNvSpPr>
          <p:nvPr>
            <p:ph type="sldImg" idx="4"/>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 name="Google Shape;129;g362be3c2590_2_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30" name="Google Shape;130;g362be3c2590_2_34:notes"/>
          <p:cNvSpPr txBox="1">
            <a:spLocks noGrp="1"/>
          </p:cNvSpPr>
          <p:nvPr>
            <p:ph type="sldNum" idx="5"/>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4</a:t>
            </a:fld>
            <a:endParaRPr sz="1200">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62be3c2590_2_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5</a:t>
            </a:fld>
            <a:endParaRPr sz="1200">
              <a:latin typeface="Calibri"/>
              <a:ea typeface="Calibri"/>
              <a:cs typeface="Calibri"/>
              <a:sym typeface="Calibri"/>
            </a:endParaRPr>
          </a:p>
        </p:txBody>
      </p:sp>
      <p:sp>
        <p:nvSpPr>
          <p:cNvPr id="141" name="Google Shape;141;g362be3c2590_2_54:notes"/>
          <p:cNvSpPr txBox="1">
            <a:spLocks noGrp="1"/>
          </p:cNvSpPr>
          <p:nvPr>
            <p:ph type="sldNum" idx="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5</a:t>
            </a:fld>
            <a:endParaRPr sz="1200">
              <a:latin typeface="Calibri"/>
              <a:ea typeface="Calibri"/>
              <a:cs typeface="Calibri"/>
              <a:sym typeface="Calibri"/>
            </a:endParaRPr>
          </a:p>
        </p:txBody>
      </p:sp>
      <p:sp>
        <p:nvSpPr>
          <p:cNvPr id="142" name="Google Shape;142;g362be3c2590_2_54:notes"/>
          <p:cNvSpPr txBox="1">
            <a:spLocks noGrp="1"/>
          </p:cNvSpPr>
          <p:nvPr>
            <p:ph type="sldNum" idx="3"/>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5</a:t>
            </a:fld>
            <a:endParaRPr sz="1200">
              <a:latin typeface="Calibri"/>
              <a:ea typeface="Calibri"/>
              <a:cs typeface="Calibri"/>
              <a:sym typeface="Calibri"/>
            </a:endParaRPr>
          </a:p>
        </p:txBody>
      </p:sp>
      <p:sp>
        <p:nvSpPr>
          <p:cNvPr id="143" name="Google Shape;143;g362be3c2590_2_54:notes"/>
          <p:cNvSpPr>
            <a:spLocks noGrp="1" noRot="1" noChangeAspect="1"/>
          </p:cNvSpPr>
          <p:nvPr>
            <p:ph type="sldImg" idx="4"/>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4" name="Google Shape;144;g362be3c2590_2_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45" name="Google Shape;145;g362be3c2590_2_54:notes"/>
          <p:cNvSpPr txBox="1">
            <a:spLocks noGrp="1"/>
          </p:cNvSpPr>
          <p:nvPr>
            <p:ph type="sldNum" idx="5"/>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5</a:t>
            </a:fld>
            <a:endParaRPr sz="1200">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62be3c2590_2_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62be3c2590_2_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63" name="Google Shape;163;g362be3c2590_2_6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6</a:t>
            </a:fld>
            <a:endParaRPr sz="1200">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62be3c2590_2_7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7</a:t>
            </a:fld>
            <a:endParaRPr sz="1200">
              <a:latin typeface="Calibri"/>
              <a:ea typeface="Calibri"/>
              <a:cs typeface="Calibri"/>
              <a:sym typeface="Calibri"/>
            </a:endParaRPr>
          </a:p>
        </p:txBody>
      </p:sp>
      <p:sp>
        <p:nvSpPr>
          <p:cNvPr id="152" name="Google Shape;152;g362be3c2590_2_71:notes"/>
          <p:cNvSpPr txBox="1">
            <a:spLocks noGrp="1"/>
          </p:cNvSpPr>
          <p:nvPr>
            <p:ph type="sldNum" idx="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7</a:t>
            </a:fld>
            <a:endParaRPr sz="1200">
              <a:latin typeface="Calibri"/>
              <a:ea typeface="Calibri"/>
              <a:cs typeface="Calibri"/>
              <a:sym typeface="Calibri"/>
            </a:endParaRPr>
          </a:p>
        </p:txBody>
      </p:sp>
      <p:sp>
        <p:nvSpPr>
          <p:cNvPr id="153" name="Google Shape;153;g362be3c2590_2_71:notes"/>
          <p:cNvSpPr txBox="1">
            <a:spLocks noGrp="1"/>
          </p:cNvSpPr>
          <p:nvPr>
            <p:ph type="sldNum" idx="3"/>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7</a:t>
            </a:fld>
            <a:endParaRPr sz="1200">
              <a:latin typeface="Calibri"/>
              <a:ea typeface="Calibri"/>
              <a:cs typeface="Calibri"/>
              <a:sym typeface="Calibri"/>
            </a:endParaRPr>
          </a:p>
        </p:txBody>
      </p:sp>
      <p:sp>
        <p:nvSpPr>
          <p:cNvPr id="154" name="Google Shape;154;g362be3c2590_2_71:notes"/>
          <p:cNvSpPr>
            <a:spLocks noGrp="1" noRot="1" noChangeAspect="1"/>
          </p:cNvSpPr>
          <p:nvPr>
            <p:ph type="sldImg" idx="4"/>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5" name="Google Shape;155;g362be3c2590_2_7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dirty="0"/>
          </a:p>
        </p:txBody>
      </p:sp>
      <p:sp>
        <p:nvSpPr>
          <p:cNvPr id="156" name="Google Shape;156;g362be3c2590_2_71:notes"/>
          <p:cNvSpPr txBox="1">
            <a:spLocks noGrp="1"/>
          </p:cNvSpPr>
          <p:nvPr>
            <p:ph type="sldNum" idx="5"/>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7</a:t>
            </a:fld>
            <a:endParaRPr sz="1200">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62be3c2590_2_8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8</a:t>
            </a:fld>
            <a:endParaRPr sz="1200">
              <a:latin typeface="Calibri"/>
              <a:ea typeface="Calibri"/>
              <a:cs typeface="Calibri"/>
              <a:sym typeface="Calibri"/>
            </a:endParaRPr>
          </a:p>
        </p:txBody>
      </p:sp>
      <p:sp>
        <p:nvSpPr>
          <p:cNvPr id="170" name="Google Shape;170;g362be3c2590_2_80:notes"/>
          <p:cNvSpPr txBox="1">
            <a:spLocks noGrp="1"/>
          </p:cNvSpPr>
          <p:nvPr>
            <p:ph type="sldNum" idx="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8</a:t>
            </a:fld>
            <a:endParaRPr sz="1200">
              <a:latin typeface="Calibri"/>
              <a:ea typeface="Calibri"/>
              <a:cs typeface="Calibri"/>
              <a:sym typeface="Calibri"/>
            </a:endParaRPr>
          </a:p>
        </p:txBody>
      </p:sp>
      <p:sp>
        <p:nvSpPr>
          <p:cNvPr id="171" name="Google Shape;171;g362be3c2590_2_80:notes"/>
          <p:cNvSpPr txBox="1">
            <a:spLocks noGrp="1"/>
          </p:cNvSpPr>
          <p:nvPr>
            <p:ph type="sldNum" idx="3"/>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8</a:t>
            </a:fld>
            <a:endParaRPr sz="1200">
              <a:latin typeface="Calibri"/>
              <a:ea typeface="Calibri"/>
              <a:cs typeface="Calibri"/>
              <a:sym typeface="Calibri"/>
            </a:endParaRPr>
          </a:p>
        </p:txBody>
      </p:sp>
      <p:sp>
        <p:nvSpPr>
          <p:cNvPr id="172" name="Google Shape;172;g362be3c2590_2_80:notes"/>
          <p:cNvSpPr>
            <a:spLocks noGrp="1" noRot="1" noChangeAspect="1"/>
          </p:cNvSpPr>
          <p:nvPr>
            <p:ph type="sldImg" idx="4"/>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3" name="Google Shape;173;g362be3c2590_2_8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74" name="Google Shape;174;g362be3c2590_2_80:notes"/>
          <p:cNvSpPr txBox="1">
            <a:spLocks noGrp="1"/>
          </p:cNvSpPr>
          <p:nvPr>
            <p:ph type="sldNum" idx="5"/>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es-CO" sz="1200" b="0" i="0" u="none" strike="noStrike" cap="none">
                <a:solidFill>
                  <a:schemeClr val="dk1"/>
                </a:solidFill>
                <a:latin typeface="Calibri"/>
                <a:ea typeface="Calibri"/>
                <a:cs typeface="Calibri"/>
                <a:sym typeface="Calibri"/>
              </a:rPr>
              <a:t>8</a:t>
            </a:fld>
            <a:endParaRPr sz="1200">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自定义版式">
  <p:cSld name="自定义版式">
    <p:bg>
      <p:bgPr>
        <a:solidFill>
          <a:schemeClr val="lt1"/>
        </a:solidFill>
        <a:effectLst/>
      </p:bgPr>
    </p:bg>
    <p:spTree>
      <p:nvGrpSpPr>
        <p:cNvPr id="1" name="Shape 15"/>
        <p:cNvGrpSpPr/>
        <p:nvPr/>
      </p:nvGrpSpPr>
      <p:grpSpPr>
        <a:xfrm>
          <a:off x="0" y="0"/>
          <a:ext cx="0" cy="0"/>
          <a:chOff x="0" y="0"/>
          <a:chExt cx="0" cy="0"/>
        </a:xfrm>
      </p:grpSpPr>
      <p:sp>
        <p:nvSpPr>
          <p:cNvPr id="16" name="Google Shape;16;p10"/>
          <p:cNvSpPr txBox="1">
            <a:spLocks noGrp="1"/>
          </p:cNvSpPr>
          <p:nvPr>
            <p:ph type="dt" idx="10"/>
          </p:nvPr>
        </p:nvSpPr>
        <p:spPr>
          <a:xfrm>
            <a:off x="838200" y="635634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17" name="Google Shape;17;p10"/>
          <p:cNvSpPr txBox="1">
            <a:spLocks noGrp="1"/>
          </p:cNvSpPr>
          <p:nvPr>
            <p:ph type="ftr" idx="11"/>
          </p:nvPr>
        </p:nvSpPr>
        <p:spPr>
          <a:xfrm>
            <a:off x="4038600" y="635634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18" name="Google Shape;18;p10"/>
          <p:cNvSpPr txBox="1">
            <a:spLocks noGrp="1"/>
          </p:cNvSpPr>
          <p:nvPr>
            <p:ph type="sldNum" idx="12"/>
          </p:nvPr>
        </p:nvSpPr>
        <p:spPr>
          <a:xfrm>
            <a:off x="8610600" y="6356349"/>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lvl="1" indent="0" algn="r">
              <a:spcBef>
                <a:spcPts val="0"/>
              </a:spcBef>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lvl="2" indent="0" algn="r">
              <a:spcBef>
                <a:spcPts val="0"/>
              </a:spcBef>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lvl="3" indent="0" algn="r">
              <a:spcBef>
                <a:spcPts val="0"/>
              </a:spcBef>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lvl="4" indent="0" algn="r">
              <a:spcBef>
                <a:spcPts val="0"/>
              </a:spcBef>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lvl="5" indent="0" algn="r">
              <a:spcBef>
                <a:spcPts val="0"/>
              </a:spcBef>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lvl="6" indent="0" algn="r">
              <a:spcBef>
                <a:spcPts val="0"/>
              </a:spcBef>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lvl="7" indent="0" algn="r">
              <a:spcBef>
                <a:spcPts val="0"/>
              </a:spcBef>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lvl="8" indent="0" algn="r">
              <a:spcBef>
                <a:spcPts val="0"/>
              </a:spcBef>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9"/>
        <p:cNvGrpSpPr/>
        <p:nvPr/>
      </p:nvGrpSpPr>
      <p:grpSpPr>
        <a:xfrm>
          <a:off x="0" y="0"/>
          <a:ext cx="0" cy="0"/>
          <a:chOff x="0" y="0"/>
          <a:chExt cx="0" cy="0"/>
        </a:xfrm>
      </p:grpSpPr>
      <p:sp>
        <p:nvSpPr>
          <p:cNvPr id="20" name="Google Shape;20;p11"/>
          <p:cNvSpPr txBox="1">
            <a:spLocks noGrp="1"/>
          </p:cNvSpPr>
          <p:nvPr>
            <p:ph type="ctrTitle"/>
          </p:nvPr>
        </p:nvSpPr>
        <p:spPr>
          <a:xfrm>
            <a:off x="914400" y="2130425"/>
            <a:ext cx="10363200" cy="14700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1"/>
          <p:cNvSpPr txBox="1">
            <a:spLocks noGrp="1"/>
          </p:cNvSpPr>
          <p:nvPr>
            <p:ph type="subTitle" idx="1"/>
          </p:nvPr>
        </p:nvSpPr>
        <p:spPr>
          <a:xfrm>
            <a:off x="1828800" y="3886199"/>
            <a:ext cx="8534400" cy="1752600"/>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800"/>
              <a:buNone/>
              <a:defRPr/>
            </a:lvl1pPr>
            <a:lvl2pPr lvl="1" algn="ctr">
              <a:lnSpc>
                <a:spcPct val="90000"/>
              </a:lnSpc>
              <a:spcBef>
                <a:spcPts val="500"/>
              </a:spcBef>
              <a:spcAft>
                <a:spcPts val="0"/>
              </a:spcAft>
              <a:buClr>
                <a:schemeClr val="dk1"/>
              </a:buClr>
              <a:buSzPts val="2400"/>
              <a:buNone/>
              <a:defRPr/>
            </a:lvl2pPr>
            <a:lvl3pPr lvl="2" algn="ctr">
              <a:lnSpc>
                <a:spcPct val="90000"/>
              </a:lnSpc>
              <a:spcBef>
                <a:spcPts val="500"/>
              </a:spcBef>
              <a:spcAft>
                <a:spcPts val="0"/>
              </a:spcAft>
              <a:buClr>
                <a:schemeClr val="dk1"/>
              </a:buClr>
              <a:buSzPts val="2000"/>
              <a:buNone/>
              <a:defRPr/>
            </a:lvl3pPr>
            <a:lvl4pPr lvl="3" algn="ctr">
              <a:lnSpc>
                <a:spcPct val="90000"/>
              </a:lnSpc>
              <a:spcBef>
                <a:spcPts val="500"/>
              </a:spcBef>
              <a:spcAft>
                <a:spcPts val="0"/>
              </a:spcAft>
              <a:buClr>
                <a:schemeClr val="dk1"/>
              </a:buClr>
              <a:buSzPts val="1800"/>
              <a:buNone/>
              <a:defRPr/>
            </a:lvl4pPr>
            <a:lvl5pPr lvl="4" algn="ctr">
              <a:lnSpc>
                <a:spcPct val="90000"/>
              </a:lnSpc>
              <a:spcBef>
                <a:spcPts val="500"/>
              </a:spcBef>
              <a:spcAft>
                <a:spcPts val="0"/>
              </a:spcAft>
              <a:buClr>
                <a:schemeClr val="dk1"/>
              </a:buClr>
              <a:buSzPts val="1800"/>
              <a:buNone/>
              <a:defRPr/>
            </a:lvl5pPr>
            <a:lvl6pPr lvl="5" algn="ctr">
              <a:lnSpc>
                <a:spcPct val="90000"/>
              </a:lnSpc>
              <a:spcBef>
                <a:spcPts val="500"/>
              </a:spcBef>
              <a:spcAft>
                <a:spcPts val="0"/>
              </a:spcAft>
              <a:buClr>
                <a:schemeClr val="dk1"/>
              </a:buClr>
              <a:buSzPts val="1800"/>
              <a:buNone/>
              <a:defRPr/>
            </a:lvl6pPr>
            <a:lvl7pPr lvl="6" algn="ctr">
              <a:lnSpc>
                <a:spcPct val="90000"/>
              </a:lnSpc>
              <a:spcBef>
                <a:spcPts val="500"/>
              </a:spcBef>
              <a:spcAft>
                <a:spcPts val="0"/>
              </a:spcAft>
              <a:buClr>
                <a:schemeClr val="dk1"/>
              </a:buClr>
              <a:buSzPts val="1800"/>
              <a:buNone/>
              <a:defRPr/>
            </a:lvl7pPr>
            <a:lvl8pPr lvl="7" algn="ctr">
              <a:lnSpc>
                <a:spcPct val="90000"/>
              </a:lnSpc>
              <a:spcBef>
                <a:spcPts val="500"/>
              </a:spcBef>
              <a:spcAft>
                <a:spcPts val="0"/>
              </a:spcAft>
              <a:buClr>
                <a:schemeClr val="dk1"/>
              </a:buClr>
              <a:buSzPts val="1800"/>
              <a:buNone/>
              <a:defRPr/>
            </a:lvl8pPr>
            <a:lvl9pPr lvl="8" algn="ctr">
              <a:lnSpc>
                <a:spcPct val="90000"/>
              </a:lnSpc>
              <a:spcBef>
                <a:spcPts val="500"/>
              </a:spcBef>
              <a:spcAft>
                <a:spcPts val="0"/>
              </a:spcAft>
              <a:buClr>
                <a:schemeClr val="dk1"/>
              </a:buClr>
              <a:buSzPts val="1800"/>
              <a:buNone/>
              <a:defRPr/>
            </a:lvl9pPr>
          </a:lstStyle>
          <a:p>
            <a:endParaRPr/>
          </a:p>
        </p:txBody>
      </p:sp>
      <p:sp>
        <p:nvSpPr>
          <p:cNvPr id="22" name="Google Shape;22;p11"/>
          <p:cNvSpPr txBox="1">
            <a:spLocks noGrp="1"/>
          </p:cNvSpPr>
          <p:nvPr>
            <p:ph type="dt" idx="10"/>
          </p:nvPr>
        </p:nvSpPr>
        <p:spPr>
          <a:xfrm>
            <a:off x="838200" y="635634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23" name="Google Shape;23;p11"/>
          <p:cNvSpPr txBox="1">
            <a:spLocks noGrp="1"/>
          </p:cNvSpPr>
          <p:nvPr>
            <p:ph type="ftr" idx="11"/>
          </p:nvPr>
        </p:nvSpPr>
        <p:spPr>
          <a:xfrm>
            <a:off x="4038600" y="635634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24" name="Google Shape;24;p11"/>
          <p:cNvSpPr txBox="1">
            <a:spLocks noGrp="1"/>
          </p:cNvSpPr>
          <p:nvPr>
            <p:ph type="sldNum" idx="12"/>
          </p:nvPr>
        </p:nvSpPr>
        <p:spPr>
          <a:xfrm>
            <a:off x="8610600" y="6356349"/>
            <a:ext cx="27432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Clr>
                <a:schemeClr val="dk1"/>
              </a:buClr>
              <a:buSzPts val="1800"/>
              <a:buFont typeface="Oi"/>
              <a:buNone/>
              <a:defRPr/>
            </a:lvl1pPr>
            <a:lvl2pPr marL="0" lvl="1" indent="0" algn="l">
              <a:spcBef>
                <a:spcPts val="0"/>
              </a:spcBef>
              <a:buClr>
                <a:schemeClr val="dk1"/>
              </a:buClr>
              <a:buSzPts val="1800"/>
              <a:buFont typeface="Oi"/>
              <a:buNone/>
              <a:defRPr/>
            </a:lvl2pPr>
            <a:lvl3pPr marL="0" lvl="2" indent="0" algn="l">
              <a:spcBef>
                <a:spcPts val="0"/>
              </a:spcBef>
              <a:buClr>
                <a:schemeClr val="dk1"/>
              </a:buClr>
              <a:buSzPts val="1800"/>
              <a:buFont typeface="Oi"/>
              <a:buNone/>
              <a:defRPr/>
            </a:lvl3pPr>
            <a:lvl4pPr marL="0" lvl="3" indent="0" algn="l">
              <a:spcBef>
                <a:spcPts val="0"/>
              </a:spcBef>
              <a:buClr>
                <a:schemeClr val="dk1"/>
              </a:buClr>
              <a:buSzPts val="1800"/>
              <a:buFont typeface="Oi"/>
              <a:buNone/>
              <a:defRPr/>
            </a:lvl4pPr>
            <a:lvl5pPr marL="0" lvl="4" indent="0" algn="l">
              <a:spcBef>
                <a:spcPts val="0"/>
              </a:spcBef>
              <a:buClr>
                <a:schemeClr val="dk1"/>
              </a:buClr>
              <a:buSzPts val="1800"/>
              <a:buFont typeface="Oi"/>
              <a:buNone/>
              <a:defRPr/>
            </a:lvl5pPr>
            <a:lvl6pPr marL="0" lvl="5" indent="0" algn="l">
              <a:spcBef>
                <a:spcPts val="0"/>
              </a:spcBef>
              <a:buClr>
                <a:schemeClr val="dk1"/>
              </a:buClr>
              <a:buSzPts val="1800"/>
              <a:buFont typeface="Oi"/>
              <a:buNone/>
              <a:defRPr/>
            </a:lvl6pPr>
            <a:lvl7pPr marL="0" lvl="6" indent="0" algn="l">
              <a:spcBef>
                <a:spcPts val="0"/>
              </a:spcBef>
              <a:buClr>
                <a:schemeClr val="dk1"/>
              </a:buClr>
              <a:buSzPts val="1800"/>
              <a:buFont typeface="Oi"/>
              <a:buNone/>
              <a:defRPr/>
            </a:lvl7pPr>
            <a:lvl8pPr marL="0" lvl="7" indent="0" algn="l">
              <a:spcBef>
                <a:spcPts val="0"/>
              </a:spcBef>
              <a:buClr>
                <a:schemeClr val="dk1"/>
              </a:buClr>
              <a:buSzPts val="1800"/>
              <a:buFont typeface="Oi"/>
              <a:buNone/>
              <a:defRPr/>
            </a:lvl8pPr>
            <a:lvl9pPr marL="0" lvl="8" indent="0" algn="l">
              <a:spcBef>
                <a:spcPts val="0"/>
              </a:spcBef>
              <a:buClr>
                <a:schemeClr val="dk1"/>
              </a:buClr>
              <a:buSzPts val="1800"/>
              <a:buFont typeface="Oi"/>
              <a:buNone/>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25"/>
        <p:cNvGrpSpPr/>
        <p:nvPr/>
      </p:nvGrpSpPr>
      <p:grpSpPr>
        <a:xfrm>
          <a:off x="0" y="0"/>
          <a:ext cx="0" cy="0"/>
          <a:chOff x="0" y="0"/>
          <a:chExt cx="0" cy="0"/>
        </a:xfrm>
      </p:grpSpPr>
      <p:sp>
        <p:nvSpPr>
          <p:cNvPr id="26" name="Google Shape;26;p12"/>
          <p:cNvSpPr txBox="1">
            <a:spLocks noGrp="1"/>
          </p:cNvSpPr>
          <p:nvPr>
            <p:ph type="title"/>
          </p:nvPr>
        </p:nvSpPr>
        <p:spPr>
          <a:xfrm>
            <a:off x="838200" y="365124"/>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2"/>
          <p:cNvSpPr txBox="1">
            <a:spLocks noGrp="1"/>
          </p:cNvSpPr>
          <p:nvPr>
            <p:ph type="dt" idx="10"/>
          </p:nvPr>
        </p:nvSpPr>
        <p:spPr>
          <a:xfrm>
            <a:off x="838200" y="635634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29" name="Google Shape;29;p12"/>
          <p:cNvSpPr txBox="1">
            <a:spLocks noGrp="1"/>
          </p:cNvSpPr>
          <p:nvPr>
            <p:ph type="ftr" idx="11"/>
          </p:nvPr>
        </p:nvSpPr>
        <p:spPr>
          <a:xfrm>
            <a:off x="4038600" y="635634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30" name="Google Shape;30;p12"/>
          <p:cNvSpPr txBox="1">
            <a:spLocks noGrp="1"/>
          </p:cNvSpPr>
          <p:nvPr>
            <p:ph type="sldNum" idx="12"/>
          </p:nvPr>
        </p:nvSpPr>
        <p:spPr>
          <a:xfrm>
            <a:off x="8610600" y="6356349"/>
            <a:ext cx="27432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Clr>
                <a:schemeClr val="dk1"/>
              </a:buClr>
              <a:buSzPts val="1800"/>
              <a:buFont typeface="Oi"/>
              <a:buNone/>
              <a:defRPr/>
            </a:lvl1pPr>
            <a:lvl2pPr marL="0" lvl="1" indent="0" algn="l">
              <a:spcBef>
                <a:spcPts val="0"/>
              </a:spcBef>
              <a:buClr>
                <a:schemeClr val="dk1"/>
              </a:buClr>
              <a:buSzPts val="1800"/>
              <a:buFont typeface="Oi"/>
              <a:buNone/>
              <a:defRPr/>
            </a:lvl2pPr>
            <a:lvl3pPr marL="0" lvl="2" indent="0" algn="l">
              <a:spcBef>
                <a:spcPts val="0"/>
              </a:spcBef>
              <a:buClr>
                <a:schemeClr val="dk1"/>
              </a:buClr>
              <a:buSzPts val="1800"/>
              <a:buFont typeface="Oi"/>
              <a:buNone/>
              <a:defRPr/>
            </a:lvl3pPr>
            <a:lvl4pPr marL="0" lvl="3" indent="0" algn="l">
              <a:spcBef>
                <a:spcPts val="0"/>
              </a:spcBef>
              <a:buClr>
                <a:schemeClr val="dk1"/>
              </a:buClr>
              <a:buSzPts val="1800"/>
              <a:buFont typeface="Oi"/>
              <a:buNone/>
              <a:defRPr/>
            </a:lvl4pPr>
            <a:lvl5pPr marL="0" lvl="4" indent="0" algn="l">
              <a:spcBef>
                <a:spcPts val="0"/>
              </a:spcBef>
              <a:buClr>
                <a:schemeClr val="dk1"/>
              </a:buClr>
              <a:buSzPts val="1800"/>
              <a:buFont typeface="Oi"/>
              <a:buNone/>
              <a:defRPr/>
            </a:lvl5pPr>
            <a:lvl6pPr marL="0" lvl="5" indent="0" algn="l">
              <a:spcBef>
                <a:spcPts val="0"/>
              </a:spcBef>
              <a:buClr>
                <a:schemeClr val="dk1"/>
              </a:buClr>
              <a:buSzPts val="1800"/>
              <a:buFont typeface="Oi"/>
              <a:buNone/>
              <a:defRPr/>
            </a:lvl6pPr>
            <a:lvl7pPr marL="0" lvl="6" indent="0" algn="l">
              <a:spcBef>
                <a:spcPts val="0"/>
              </a:spcBef>
              <a:buClr>
                <a:schemeClr val="dk1"/>
              </a:buClr>
              <a:buSzPts val="1800"/>
              <a:buFont typeface="Oi"/>
              <a:buNone/>
              <a:defRPr/>
            </a:lvl7pPr>
            <a:lvl8pPr marL="0" lvl="7" indent="0" algn="l">
              <a:spcBef>
                <a:spcPts val="0"/>
              </a:spcBef>
              <a:buClr>
                <a:schemeClr val="dk1"/>
              </a:buClr>
              <a:buSzPts val="1800"/>
              <a:buFont typeface="Oi"/>
              <a:buNone/>
              <a:defRPr/>
            </a:lvl8pPr>
            <a:lvl9pPr marL="0" lvl="8" indent="0" algn="l">
              <a:spcBef>
                <a:spcPts val="0"/>
              </a:spcBef>
              <a:buClr>
                <a:schemeClr val="dk1"/>
              </a:buClr>
              <a:buSzPts val="1800"/>
              <a:buFont typeface="Oi"/>
              <a:buNone/>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31"/>
        <p:cNvGrpSpPr/>
        <p:nvPr/>
      </p:nvGrpSpPr>
      <p:grpSpPr>
        <a:xfrm>
          <a:off x="0" y="0"/>
          <a:ext cx="0" cy="0"/>
          <a:chOff x="0" y="0"/>
          <a:chExt cx="0" cy="0"/>
        </a:xfrm>
      </p:grpSpPr>
      <p:sp>
        <p:nvSpPr>
          <p:cNvPr id="32" name="Google Shape;32;p13"/>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3"/>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000"/>
              <a:buNone/>
              <a:defRPr sz="2000"/>
            </a:lvl1pPr>
            <a:lvl2pPr marL="914400" lvl="1" indent="-228600" algn="l">
              <a:lnSpc>
                <a:spcPct val="90000"/>
              </a:lnSpc>
              <a:spcBef>
                <a:spcPts val="500"/>
              </a:spcBef>
              <a:spcAft>
                <a:spcPts val="0"/>
              </a:spcAft>
              <a:buClr>
                <a:schemeClr val="dk1"/>
              </a:buClr>
              <a:buSzPts val="1800"/>
              <a:buNone/>
              <a:defRPr sz="1800"/>
            </a:lvl2pPr>
            <a:lvl3pPr marL="1371600" lvl="2" indent="-228600" algn="l">
              <a:lnSpc>
                <a:spcPct val="90000"/>
              </a:lnSpc>
              <a:spcBef>
                <a:spcPts val="500"/>
              </a:spcBef>
              <a:spcAft>
                <a:spcPts val="0"/>
              </a:spcAft>
              <a:buClr>
                <a:schemeClr val="dk1"/>
              </a:buClr>
              <a:buSzPts val="1600"/>
              <a:buNone/>
              <a:defRPr sz="1600"/>
            </a:lvl3pPr>
            <a:lvl4pPr marL="1828800" lvl="3" indent="-228600" algn="l">
              <a:lnSpc>
                <a:spcPct val="90000"/>
              </a:lnSpc>
              <a:spcBef>
                <a:spcPts val="500"/>
              </a:spcBef>
              <a:spcAft>
                <a:spcPts val="0"/>
              </a:spcAft>
              <a:buClr>
                <a:schemeClr val="dk1"/>
              </a:buClr>
              <a:buSzPts val="1400"/>
              <a:buNone/>
              <a:defRPr sz="1400"/>
            </a:lvl4pPr>
            <a:lvl5pPr marL="2286000" lvl="4" indent="-228600" algn="l">
              <a:lnSpc>
                <a:spcPct val="90000"/>
              </a:lnSpc>
              <a:spcBef>
                <a:spcPts val="500"/>
              </a:spcBef>
              <a:spcAft>
                <a:spcPts val="0"/>
              </a:spcAft>
              <a:buClr>
                <a:schemeClr val="dk1"/>
              </a:buClr>
              <a:buSzPts val="1400"/>
              <a:buNone/>
              <a:defRPr sz="1400"/>
            </a:lvl5pPr>
            <a:lvl6pPr marL="2743200" lvl="5" indent="-228600" algn="l">
              <a:lnSpc>
                <a:spcPct val="90000"/>
              </a:lnSpc>
              <a:spcBef>
                <a:spcPts val="500"/>
              </a:spcBef>
              <a:spcAft>
                <a:spcPts val="0"/>
              </a:spcAft>
              <a:buClr>
                <a:schemeClr val="dk1"/>
              </a:buClr>
              <a:buSzPts val="1400"/>
              <a:buNone/>
              <a:defRPr sz="1400"/>
            </a:lvl6pPr>
            <a:lvl7pPr marL="3200400" lvl="6" indent="-228600" algn="l">
              <a:lnSpc>
                <a:spcPct val="90000"/>
              </a:lnSpc>
              <a:spcBef>
                <a:spcPts val="500"/>
              </a:spcBef>
              <a:spcAft>
                <a:spcPts val="0"/>
              </a:spcAft>
              <a:buClr>
                <a:schemeClr val="dk1"/>
              </a:buClr>
              <a:buSzPts val="1400"/>
              <a:buNone/>
              <a:defRPr sz="1400"/>
            </a:lvl7pPr>
            <a:lvl8pPr marL="3657600" lvl="7" indent="-228600" algn="l">
              <a:lnSpc>
                <a:spcPct val="90000"/>
              </a:lnSpc>
              <a:spcBef>
                <a:spcPts val="500"/>
              </a:spcBef>
              <a:spcAft>
                <a:spcPts val="0"/>
              </a:spcAft>
              <a:buClr>
                <a:schemeClr val="dk1"/>
              </a:buClr>
              <a:buSzPts val="1400"/>
              <a:buNone/>
              <a:defRPr sz="1400"/>
            </a:lvl8pPr>
            <a:lvl9pPr marL="4114800" lvl="8" indent="-228600" algn="l">
              <a:lnSpc>
                <a:spcPct val="90000"/>
              </a:lnSpc>
              <a:spcBef>
                <a:spcPts val="500"/>
              </a:spcBef>
              <a:spcAft>
                <a:spcPts val="0"/>
              </a:spcAft>
              <a:buClr>
                <a:schemeClr val="dk1"/>
              </a:buClr>
              <a:buSzPts val="1400"/>
              <a:buNone/>
              <a:defRPr sz="1400"/>
            </a:lvl9pPr>
          </a:lstStyle>
          <a:p>
            <a:endParaRPr/>
          </a:p>
        </p:txBody>
      </p:sp>
      <p:sp>
        <p:nvSpPr>
          <p:cNvPr id="34" name="Google Shape;34;p13"/>
          <p:cNvSpPr txBox="1">
            <a:spLocks noGrp="1"/>
          </p:cNvSpPr>
          <p:nvPr>
            <p:ph type="dt" idx="10"/>
          </p:nvPr>
        </p:nvSpPr>
        <p:spPr>
          <a:xfrm>
            <a:off x="838200" y="635634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35" name="Google Shape;35;p13"/>
          <p:cNvSpPr txBox="1">
            <a:spLocks noGrp="1"/>
          </p:cNvSpPr>
          <p:nvPr>
            <p:ph type="ftr" idx="11"/>
          </p:nvPr>
        </p:nvSpPr>
        <p:spPr>
          <a:xfrm>
            <a:off x="4038600" y="635634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36" name="Google Shape;36;p13"/>
          <p:cNvSpPr txBox="1">
            <a:spLocks noGrp="1"/>
          </p:cNvSpPr>
          <p:nvPr>
            <p:ph type="sldNum" idx="12"/>
          </p:nvPr>
        </p:nvSpPr>
        <p:spPr>
          <a:xfrm>
            <a:off x="8610600" y="6356349"/>
            <a:ext cx="27432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Clr>
                <a:schemeClr val="dk1"/>
              </a:buClr>
              <a:buSzPts val="1800"/>
              <a:buFont typeface="Oi"/>
              <a:buNone/>
              <a:defRPr/>
            </a:lvl1pPr>
            <a:lvl2pPr marL="0" lvl="1" indent="0" algn="l">
              <a:spcBef>
                <a:spcPts val="0"/>
              </a:spcBef>
              <a:buClr>
                <a:schemeClr val="dk1"/>
              </a:buClr>
              <a:buSzPts val="1800"/>
              <a:buFont typeface="Oi"/>
              <a:buNone/>
              <a:defRPr/>
            </a:lvl2pPr>
            <a:lvl3pPr marL="0" lvl="2" indent="0" algn="l">
              <a:spcBef>
                <a:spcPts val="0"/>
              </a:spcBef>
              <a:buClr>
                <a:schemeClr val="dk1"/>
              </a:buClr>
              <a:buSzPts val="1800"/>
              <a:buFont typeface="Oi"/>
              <a:buNone/>
              <a:defRPr/>
            </a:lvl3pPr>
            <a:lvl4pPr marL="0" lvl="3" indent="0" algn="l">
              <a:spcBef>
                <a:spcPts val="0"/>
              </a:spcBef>
              <a:buClr>
                <a:schemeClr val="dk1"/>
              </a:buClr>
              <a:buSzPts val="1800"/>
              <a:buFont typeface="Oi"/>
              <a:buNone/>
              <a:defRPr/>
            </a:lvl4pPr>
            <a:lvl5pPr marL="0" lvl="4" indent="0" algn="l">
              <a:spcBef>
                <a:spcPts val="0"/>
              </a:spcBef>
              <a:buClr>
                <a:schemeClr val="dk1"/>
              </a:buClr>
              <a:buSzPts val="1800"/>
              <a:buFont typeface="Oi"/>
              <a:buNone/>
              <a:defRPr/>
            </a:lvl5pPr>
            <a:lvl6pPr marL="0" lvl="5" indent="0" algn="l">
              <a:spcBef>
                <a:spcPts val="0"/>
              </a:spcBef>
              <a:buClr>
                <a:schemeClr val="dk1"/>
              </a:buClr>
              <a:buSzPts val="1800"/>
              <a:buFont typeface="Oi"/>
              <a:buNone/>
              <a:defRPr/>
            </a:lvl6pPr>
            <a:lvl7pPr marL="0" lvl="6" indent="0" algn="l">
              <a:spcBef>
                <a:spcPts val="0"/>
              </a:spcBef>
              <a:buClr>
                <a:schemeClr val="dk1"/>
              </a:buClr>
              <a:buSzPts val="1800"/>
              <a:buFont typeface="Oi"/>
              <a:buNone/>
              <a:defRPr/>
            </a:lvl7pPr>
            <a:lvl8pPr marL="0" lvl="7" indent="0" algn="l">
              <a:spcBef>
                <a:spcPts val="0"/>
              </a:spcBef>
              <a:buClr>
                <a:schemeClr val="dk1"/>
              </a:buClr>
              <a:buSzPts val="1800"/>
              <a:buFont typeface="Oi"/>
              <a:buNone/>
              <a:defRPr/>
            </a:lvl8pPr>
            <a:lvl9pPr marL="0" lvl="8" indent="0" algn="l">
              <a:spcBef>
                <a:spcPts val="0"/>
              </a:spcBef>
              <a:buClr>
                <a:schemeClr val="dk1"/>
              </a:buClr>
              <a:buSzPts val="1800"/>
              <a:buFont typeface="Oi"/>
              <a:buNone/>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37"/>
        <p:cNvGrpSpPr/>
        <p:nvPr/>
      </p:nvGrpSpPr>
      <p:grpSpPr>
        <a:xfrm>
          <a:off x="0" y="0"/>
          <a:ext cx="0" cy="0"/>
          <a:chOff x="0" y="0"/>
          <a:chExt cx="0" cy="0"/>
        </a:xfrm>
      </p:grpSpPr>
      <p:sp>
        <p:nvSpPr>
          <p:cNvPr id="38" name="Google Shape;38;p14"/>
          <p:cNvSpPr txBox="1">
            <a:spLocks noGrp="1"/>
          </p:cNvSpPr>
          <p:nvPr>
            <p:ph type="title"/>
          </p:nvPr>
        </p:nvSpPr>
        <p:spPr>
          <a:xfrm>
            <a:off x="838200" y="365124"/>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chemeClr val="dk1"/>
              </a:buClr>
              <a:buSzPts val="2800"/>
              <a:buChar char="•"/>
              <a:defRPr sz="2800"/>
            </a:lvl1pPr>
            <a:lvl2pPr marL="914400" lvl="1" indent="-381000" algn="l">
              <a:lnSpc>
                <a:spcPct val="90000"/>
              </a:lnSpc>
              <a:spcBef>
                <a:spcPts val="500"/>
              </a:spcBef>
              <a:spcAft>
                <a:spcPts val="0"/>
              </a:spcAft>
              <a:buClr>
                <a:schemeClr val="dk1"/>
              </a:buClr>
              <a:buSzPts val="2400"/>
              <a:buChar char="•"/>
              <a:defRPr sz="2400"/>
            </a:lvl2pPr>
            <a:lvl3pPr marL="1371600" lvl="2" indent="-355600" algn="l">
              <a:lnSpc>
                <a:spcPct val="90000"/>
              </a:lnSpc>
              <a:spcBef>
                <a:spcPts val="500"/>
              </a:spcBef>
              <a:spcAft>
                <a:spcPts val="0"/>
              </a:spcAft>
              <a:buClr>
                <a:schemeClr val="dk1"/>
              </a:buClr>
              <a:buSzPts val="2000"/>
              <a:buChar char="•"/>
              <a:defRPr sz="2000"/>
            </a:lvl3pPr>
            <a:lvl4pPr marL="1828800" lvl="3" indent="-342900" algn="l">
              <a:lnSpc>
                <a:spcPct val="90000"/>
              </a:lnSpc>
              <a:spcBef>
                <a:spcPts val="500"/>
              </a:spcBef>
              <a:spcAft>
                <a:spcPts val="0"/>
              </a:spcAft>
              <a:buClr>
                <a:schemeClr val="dk1"/>
              </a:buClr>
              <a:buSzPts val="1800"/>
              <a:buChar char="•"/>
              <a:defRPr sz="1800"/>
            </a:lvl4pPr>
            <a:lvl5pPr marL="2286000" lvl="4" indent="-342900" algn="l">
              <a:lnSpc>
                <a:spcPct val="90000"/>
              </a:lnSpc>
              <a:spcBef>
                <a:spcPts val="500"/>
              </a:spcBef>
              <a:spcAft>
                <a:spcPts val="0"/>
              </a:spcAft>
              <a:buClr>
                <a:schemeClr val="dk1"/>
              </a:buClr>
              <a:buSzPts val="1800"/>
              <a:buChar char="•"/>
              <a:defRPr sz="1800"/>
            </a:lvl5pPr>
            <a:lvl6pPr marL="2743200" lvl="5" indent="-342900" algn="l">
              <a:lnSpc>
                <a:spcPct val="90000"/>
              </a:lnSpc>
              <a:spcBef>
                <a:spcPts val="500"/>
              </a:spcBef>
              <a:spcAft>
                <a:spcPts val="0"/>
              </a:spcAft>
              <a:buClr>
                <a:schemeClr val="dk1"/>
              </a:buClr>
              <a:buSzPts val="1800"/>
              <a:buChar char="•"/>
              <a:defRPr sz="1800"/>
            </a:lvl6pPr>
            <a:lvl7pPr marL="3200400" lvl="6" indent="-342900" algn="l">
              <a:lnSpc>
                <a:spcPct val="90000"/>
              </a:lnSpc>
              <a:spcBef>
                <a:spcPts val="500"/>
              </a:spcBef>
              <a:spcAft>
                <a:spcPts val="0"/>
              </a:spcAft>
              <a:buClr>
                <a:schemeClr val="dk1"/>
              </a:buClr>
              <a:buSzPts val="1800"/>
              <a:buChar char="•"/>
              <a:defRPr sz="1800"/>
            </a:lvl7pPr>
            <a:lvl8pPr marL="3657600" lvl="7" indent="-342900" algn="l">
              <a:lnSpc>
                <a:spcPct val="90000"/>
              </a:lnSpc>
              <a:spcBef>
                <a:spcPts val="500"/>
              </a:spcBef>
              <a:spcAft>
                <a:spcPts val="0"/>
              </a:spcAft>
              <a:buClr>
                <a:schemeClr val="dk1"/>
              </a:buClr>
              <a:buSzPts val="1800"/>
              <a:buChar char="•"/>
              <a:defRPr sz="1800"/>
            </a:lvl8pPr>
            <a:lvl9pPr marL="4114800" lvl="8" indent="-342900" algn="l">
              <a:lnSpc>
                <a:spcPct val="90000"/>
              </a:lnSpc>
              <a:spcBef>
                <a:spcPts val="500"/>
              </a:spcBef>
              <a:spcAft>
                <a:spcPts val="0"/>
              </a:spcAft>
              <a:buClr>
                <a:schemeClr val="dk1"/>
              </a:buClr>
              <a:buSzPts val="1800"/>
              <a:buChar char="•"/>
              <a:defRPr sz="1800"/>
            </a:lvl9pPr>
          </a:lstStyle>
          <a:p>
            <a:endParaRPr/>
          </a:p>
        </p:txBody>
      </p:sp>
      <p:sp>
        <p:nvSpPr>
          <p:cNvPr id="40" name="Google Shape;40;p1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lnSpc>
                <a:spcPct val="90000"/>
              </a:lnSpc>
              <a:spcBef>
                <a:spcPts val="1000"/>
              </a:spcBef>
              <a:spcAft>
                <a:spcPts val="0"/>
              </a:spcAft>
              <a:buClr>
                <a:schemeClr val="dk1"/>
              </a:buClr>
              <a:buSzPts val="2800"/>
              <a:buChar char="•"/>
              <a:defRPr sz="2800"/>
            </a:lvl1pPr>
            <a:lvl2pPr marL="914400" lvl="1" indent="-381000" algn="l">
              <a:lnSpc>
                <a:spcPct val="90000"/>
              </a:lnSpc>
              <a:spcBef>
                <a:spcPts val="500"/>
              </a:spcBef>
              <a:spcAft>
                <a:spcPts val="0"/>
              </a:spcAft>
              <a:buClr>
                <a:schemeClr val="dk1"/>
              </a:buClr>
              <a:buSzPts val="2400"/>
              <a:buChar char="•"/>
              <a:defRPr sz="2400"/>
            </a:lvl2pPr>
            <a:lvl3pPr marL="1371600" lvl="2" indent="-355600" algn="l">
              <a:lnSpc>
                <a:spcPct val="90000"/>
              </a:lnSpc>
              <a:spcBef>
                <a:spcPts val="500"/>
              </a:spcBef>
              <a:spcAft>
                <a:spcPts val="0"/>
              </a:spcAft>
              <a:buClr>
                <a:schemeClr val="dk1"/>
              </a:buClr>
              <a:buSzPts val="2000"/>
              <a:buChar char="•"/>
              <a:defRPr sz="2000"/>
            </a:lvl3pPr>
            <a:lvl4pPr marL="1828800" lvl="3" indent="-342900" algn="l">
              <a:lnSpc>
                <a:spcPct val="90000"/>
              </a:lnSpc>
              <a:spcBef>
                <a:spcPts val="500"/>
              </a:spcBef>
              <a:spcAft>
                <a:spcPts val="0"/>
              </a:spcAft>
              <a:buClr>
                <a:schemeClr val="dk1"/>
              </a:buClr>
              <a:buSzPts val="1800"/>
              <a:buChar char="•"/>
              <a:defRPr sz="1800"/>
            </a:lvl4pPr>
            <a:lvl5pPr marL="2286000" lvl="4" indent="-342900" algn="l">
              <a:lnSpc>
                <a:spcPct val="90000"/>
              </a:lnSpc>
              <a:spcBef>
                <a:spcPts val="500"/>
              </a:spcBef>
              <a:spcAft>
                <a:spcPts val="0"/>
              </a:spcAft>
              <a:buClr>
                <a:schemeClr val="dk1"/>
              </a:buClr>
              <a:buSzPts val="1800"/>
              <a:buChar char="•"/>
              <a:defRPr sz="1800"/>
            </a:lvl5pPr>
            <a:lvl6pPr marL="2743200" lvl="5" indent="-342900" algn="l">
              <a:lnSpc>
                <a:spcPct val="90000"/>
              </a:lnSpc>
              <a:spcBef>
                <a:spcPts val="500"/>
              </a:spcBef>
              <a:spcAft>
                <a:spcPts val="0"/>
              </a:spcAft>
              <a:buClr>
                <a:schemeClr val="dk1"/>
              </a:buClr>
              <a:buSzPts val="1800"/>
              <a:buChar char="•"/>
              <a:defRPr sz="1800"/>
            </a:lvl6pPr>
            <a:lvl7pPr marL="3200400" lvl="6" indent="-342900" algn="l">
              <a:lnSpc>
                <a:spcPct val="90000"/>
              </a:lnSpc>
              <a:spcBef>
                <a:spcPts val="500"/>
              </a:spcBef>
              <a:spcAft>
                <a:spcPts val="0"/>
              </a:spcAft>
              <a:buClr>
                <a:schemeClr val="dk1"/>
              </a:buClr>
              <a:buSzPts val="1800"/>
              <a:buChar char="•"/>
              <a:defRPr sz="1800"/>
            </a:lvl7pPr>
            <a:lvl8pPr marL="3657600" lvl="7" indent="-342900" algn="l">
              <a:lnSpc>
                <a:spcPct val="90000"/>
              </a:lnSpc>
              <a:spcBef>
                <a:spcPts val="500"/>
              </a:spcBef>
              <a:spcAft>
                <a:spcPts val="0"/>
              </a:spcAft>
              <a:buClr>
                <a:schemeClr val="dk1"/>
              </a:buClr>
              <a:buSzPts val="1800"/>
              <a:buChar char="•"/>
              <a:defRPr sz="1800"/>
            </a:lvl8pPr>
            <a:lvl9pPr marL="4114800" lvl="8" indent="-342900" algn="l">
              <a:lnSpc>
                <a:spcPct val="90000"/>
              </a:lnSpc>
              <a:spcBef>
                <a:spcPts val="500"/>
              </a:spcBef>
              <a:spcAft>
                <a:spcPts val="0"/>
              </a:spcAft>
              <a:buClr>
                <a:schemeClr val="dk1"/>
              </a:buClr>
              <a:buSzPts val="1800"/>
              <a:buChar char="•"/>
              <a:defRPr sz="1800"/>
            </a:lvl9pPr>
          </a:lstStyle>
          <a:p>
            <a:endParaRPr/>
          </a:p>
        </p:txBody>
      </p:sp>
      <p:sp>
        <p:nvSpPr>
          <p:cNvPr id="41" name="Google Shape;41;p14"/>
          <p:cNvSpPr txBox="1">
            <a:spLocks noGrp="1"/>
          </p:cNvSpPr>
          <p:nvPr>
            <p:ph type="dt" idx="10"/>
          </p:nvPr>
        </p:nvSpPr>
        <p:spPr>
          <a:xfrm>
            <a:off x="838200" y="635634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42" name="Google Shape;42;p14"/>
          <p:cNvSpPr txBox="1">
            <a:spLocks noGrp="1"/>
          </p:cNvSpPr>
          <p:nvPr>
            <p:ph type="ftr" idx="11"/>
          </p:nvPr>
        </p:nvSpPr>
        <p:spPr>
          <a:xfrm>
            <a:off x="4038600" y="635634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43" name="Google Shape;43;p14"/>
          <p:cNvSpPr txBox="1">
            <a:spLocks noGrp="1"/>
          </p:cNvSpPr>
          <p:nvPr>
            <p:ph type="sldNum" idx="12"/>
          </p:nvPr>
        </p:nvSpPr>
        <p:spPr>
          <a:xfrm>
            <a:off x="8610600" y="6356349"/>
            <a:ext cx="27432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Clr>
                <a:schemeClr val="dk1"/>
              </a:buClr>
              <a:buSzPts val="1800"/>
              <a:buFont typeface="Oi"/>
              <a:buNone/>
              <a:defRPr/>
            </a:lvl1pPr>
            <a:lvl2pPr marL="0" lvl="1" indent="0" algn="l">
              <a:spcBef>
                <a:spcPts val="0"/>
              </a:spcBef>
              <a:buClr>
                <a:schemeClr val="dk1"/>
              </a:buClr>
              <a:buSzPts val="1800"/>
              <a:buFont typeface="Oi"/>
              <a:buNone/>
              <a:defRPr/>
            </a:lvl2pPr>
            <a:lvl3pPr marL="0" lvl="2" indent="0" algn="l">
              <a:spcBef>
                <a:spcPts val="0"/>
              </a:spcBef>
              <a:buClr>
                <a:schemeClr val="dk1"/>
              </a:buClr>
              <a:buSzPts val="1800"/>
              <a:buFont typeface="Oi"/>
              <a:buNone/>
              <a:defRPr/>
            </a:lvl3pPr>
            <a:lvl4pPr marL="0" lvl="3" indent="0" algn="l">
              <a:spcBef>
                <a:spcPts val="0"/>
              </a:spcBef>
              <a:buClr>
                <a:schemeClr val="dk1"/>
              </a:buClr>
              <a:buSzPts val="1800"/>
              <a:buFont typeface="Oi"/>
              <a:buNone/>
              <a:defRPr/>
            </a:lvl4pPr>
            <a:lvl5pPr marL="0" lvl="4" indent="0" algn="l">
              <a:spcBef>
                <a:spcPts val="0"/>
              </a:spcBef>
              <a:buClr>
                <a:schemeClr val="dk1"/>
              </a:buClr>
              <a:buSzPts val="1800"/>
              <a:buFont typeface="Oi"/>
              <a:buNone/>
              <a:defRPr/>
            </a:lvl5pPr>
            <a:lvl6pPr marL="0" lvl="5" indent="0" algn="l">
              <a:spcBef>
                <a:spcPts val="0"/>
              </a:spcBef>
              <a:buClr>
                <a:schemeClr val="dk1"/>
              </a:buClr>
              <a:buSzPts val="1800"/>
              <a:buFont typeface="Oi"/>
              <a:buNone/>
              <a:defRPr/>
            </a:lvl6pPr>
            <a:lvl7pPr marL="0" lvl="6" indent="0" algn="l">
              <a:spcBef>
                <a:spcPts val="0"/>
              </a:spcBef>
              <a:buClr>
                <a:schemeClr val="dk1"/>
              </a:buClr>
              <a:buSzPts val="1800"/>
              <a:buFont typeface="Oi"/>
              <a:buNone/>
              <a:defRPr/>
            </a:lvl7pPr>
            <a:lvl8pPr marL="0" lvl="7" indent="0" algn="l">
              <a:spcBef>
                <a:spcPts val="0"/>
              </a:spcBef>
              <a:buClr>
                <a:schemeClr val="dk1"/>
              </a:buClr>
              <a:buSzPts val="1800"/>
              <a:buFont typeface="Oi"/>
              <a:buNone/>
              <a:defRPr/>
            </a:lvl8pPr>
            <a:lvl9pPr marL="0" lvl="8" indent="0" algn="l">
              <a:spcBef>
                <a:spcPts val="0"/>
              </a:spcBef>
              <a:buClr>
                <a:schemeClr val="dk1"/>
              </a:buClr>
              <a:buSzPts val="1800"/>
              <a:buFont typeface="Oi"/>
              <a:buNone/>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44"/>
        <p:cNvGrpSpPr/>
        <p:nvPr/>
      </p:nvGrpSpPr>
      <p:grpSpPr>
        <a:xfrm>
          <a:off x="0" y="0"/>
          <a:ext cx="0" cy="0"/>
          <a:chOff x="0" y="0"/>
          <a:chExt cx="0" cy="0"/>
        </a:xfrm>
      </p:grpSpPr>
      <p:sp>
        <p:nvSpPr>
          <p:cNvPr id="45" name="Google Shape;45;p15"/>
          <p:cNvSpPr txBox="1">
            <a:spLocks noGrp="1"/>
          </p:cNvSpPr>
          <p:nvPr>
            <p:ph type="title"/>
          </p:nvPr>
        </p:nvSpPr>
        <p:spPr>
          <a:xfrm>
            <a:off x="838200" y="365124"/>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1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30200" algn="l">
              <a:lnSpc>
                <a:spcPct val="90000"/>
              </a:lnSpc>
              <a:spcBef>
                <a:spcPts val="500"/>
              </a:spcBef>
              <a:spcAft>
                <a:spcPts val="0"/>
              </a:spcAft>
              <a:buClr>
                <a:schemeClr val="dk1"/>
              </a:buClr>
              <a:buSzPts val="1600"/>
              <a:buChar char="•"/>
              <a:defRPr sz="1600"/>
            </a:lvl6pPr>
            <a:lvl7pPr marL="3200400" lvl="6" indent="-330200" algn="l">
              <a:lnSpc>
                <a:spcPct val="90000"/>
              </a:lnSpc>
              <a:spcBef>
                <a:spcPts val="500"/>
              </a:spcBef>
              <a:spcAft>
                <a:spcPts val="0"/>
              </a:spcAft>
              <a:buClr>
                <a:schemeClr val="dk1"/>
              </a:buClr>
              <a:buSzPts val="1600"/>
              <a:buChar char="•"/>
              <a:defRPr sz="1600"/>
            </a:lvl7pPr>
            <a:lvl8pPr marL="3657600" lvl="7" indent="-330200" algn="l">
              <a:lnSpc>
                <a:spcPct val="90000"/>
              </a:lnSpc>
              <a:spcBef>
                <a:spcPts val="500"/>
              </a:spcBef>
              <a:spcAft>
                <a:spcPts val="0"/>
              </a:spcAft>
              <a:buClr>
                <a:schemeClr val="dk1"/>
              </a:buClr>
              <a:buSzPts val="1600"/>
              <a:buChar char="•"/>
              <a:defRPr sz="1600"/>
            </a:lvl8pPr>
            <a:lvl9pPr marL="4114800" lvl="8" indent="-330200" algn="l">
              <a:lnSpc>
                <a:spcPct val="90000"/>
              </a:lnSpc>
              <a:spcBef>
                <a:spcPts val="500"/>
              </a:spcBef>
              <a:spcAft>
                <a:spcPts val="0"/>
              </a:spcAft>
              <a:buClr>
                <a:schemeClr val="dk1"/>
              </a:buClr>
              <a:buSzPts val="1600"/>
              <a:buChar char="•"/>
              <a:defRPr sz="1600"/>
            </a:lvl9pPr>
          </a:lstStyle>
          <a:p>
            <a:endParaRPr/>
          </a:p>
        </p:txBody>
      </p:sp>
      <p:sp>
        <p:nvSpPr>
          <p:cNvPr id="48" name="Google Shape;48;p1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1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1000"/>
              </a:spcBef>
              <a:spcAft>
                <a:spcPts val="0"/>
              </a:spcAft>
              <a:buClr>
                <a:schemeClr val="dk1"/>
              </a:buClr>
              <a:buSzPts val="2400"/>
              <a:buChar char="•"/>
              <a:defRPr sz="2400"/>
            </a:lvl1pPr>
            <a:lvl2pPr marL="914400" lvl="1" indent="-355600" algn="l">
              <a:lnSpc>
                <a:spcPct val="90000"/>
              </a:lnSpc>
              <a:spcBef>
                <a:spcPts val="500"/>
              </a:spcBef>
              <a:spcAft>
                <a:spcPts val="0"/>
              </a:spcAft>
              <a:buClr>
                <a:schemeClr val="dk1"/>
              </a:buClr>
              <a:buSzPts val="2000"/>
              <a:buChar char="•"/>
              <a:defRPr sz="2000"/>
            </a:lvl2pPr>
            <a:lvl3pPr marL="1371600" lvl="2" indent="-342900" algn="l">
              <a:lnSpc>
                <a:spcPct val="90000"/>
              </a:lnSpc>
              <a:spcBef>
                <a:spcPts val="500"/>
              </a:spcBef>
              <a:spcAft>
                <a:spcPts val="0"/>
              </a:spcAft>
              <a:buClr>
                <a:schemeClr val="dk1"/>
              </a:buClr>
              <a:buSzPts val="1800"/>
              <a:buChar char="•"/>
              <a:defRPr sz="18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30200" algn="l">
              <a:lnSpc>
                <a:spcPct val="90000"/>
              </a:lnSpc>
              <a:spcBef>
                <a:spcPts val="500"/>
              </a:spcBef>
              <a:spcAft>
                <a:spcPts val="0"/>
              </a:spcAft>
              <a:buClr>
                <a:schemeClr val="dk1"/>
              </a:buClr>
              <a:buSzPts val="1600"/>
              <a:buChar char="•"/>
              <a:defRPr sz="1600"/>
            </a:lvl6pPr>
            <a:lvl7pPr marL="3200400" lvl="6" indent="-330200" algn="l">
              <a:lnSpc>
                <a:spcPct val="90000"/>
              </a:lnSpc>
              <a:spcBef>
                <a:spcPts val="500"/>
              </a:spcBef>
              <a:spcAft>
                <a:spcPts val="0"/>
              </a:spcAft>
              <a:buClr>
                <a:schemeClr val="dk1"/>
              </a:buClr>
              <a:buSzPts val="1600"/>
              <a:buChar char="•"/>
              <a:defRPr sz="1600"/>
            </a:lvl7pPr>
            <a:lvl8pPr marL="3657600" lvl="7" indent="-330200" algn="l">
              <a:lnSpc>
                <a:spcPct val="90000"/>
              </a:lnSpc>
              <a:spcBef>
                <a:spcPts val="500"/>
              </a:spcBef>
              <a:spcAft>
                <a:spcPts val="0"/>
              </a:spcAft>
              <a:buClr>
                <a:schemeClr val="dk1"/>
              </a:buClr>
              <a:buSzPts val="1600"/>
              <a:buChar char="•"/>
              <a:defRPr sz="1600"/>
            </a:lvl8pPr>
            <a:lvl9pPr marL="4114800" lvl="8" indent="-330200" algn="l">
              <a:lnSpc>
                <a:spcPct val="90000"/>
              </a:lnSpc>
              <a:spcBef>
                <a:spcPts val="500"/>
              </a:spcBef>
              <a:spcAft>
                <a:spcPts val="0"/>
              </a:spcAft>
              <a:buClr>
                <a:schemeClr val="dk1"/>
              </a:buClr>
              <a:buSzPts val="1600"/>
              <a:buChar char="•"/>
              <a:defRPr sz="1600"/>
            </a:lvl9pPr>
          </a:lstStyle>
          <a:p>
            <a:endParaRPr/>
          </a:p>
        </p:txBody>
      </p:sp>
      <p:sp>
        <p:nvSpPr>
          <p:cNvPr id="50" name="Google Shape;50;p15"/>
          <p:cNvSpPr txBox="1">
            <a:spLocks noGrp="1"/>
          </p:cNvSpPr>
          <p:nvPr>
            <p:ph type="dt" idx="10"/>
          </p:nvPr>
        </p:nvSpPr>
        <p:spPr>
          <a:xfrm>
            <a:off x="838200" y="635634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51" name="Google Shape;51;p15"/>
          <p:cNvSpPr txBox="1">
            <a:spLocks noGrp="1"/>
          </p:cNvSpPr>
          <p:nvPr>
            <p:ph type="ftr" idx="11"/>
          </p:nvPr>
        </p:nvSpPr>
        <p:spPr>
          <a:xfrm>
            <a:off x="4038600" y="635634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52" name="Google Shape;52;p15"/>
          <p:cNvSpPr txBox="1">
            <a:spLocks noGrp="1"/>
          </p:cNvSpPr>
          <p:nvPr>
            <p:ph type="sldNum" idx="12"/>
          </p:nvPr>
        </p:nvSpPr>
        <p:spPr>
          <a:xfrm>
            <a:off x="8610600" y="6356349"/>
            <a:ext cx="27432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Clr>
                <a:schemeClr val="dk1"/>
              </a:buClr>
              <a:buSzPts val="1800"/>
              <a:buFont typeface="Oi"/>
              <a:buNone/>
              <a:defRPr/>
            </a:lvl1pPr>
            <a:lvl2pPr marL="0" lvl="1" indent="0" algn="l">
              <a:spcBef>
                <a:spcPts val="0"/>
              </a:spcBef>
              <a:buClr>
                <a:schemeClr val="dk1"/>
              </a:buClr>
              <a:buSzPts val="1800"/>
              <a:buFont typeface="Oi"/>
              <a:buNone/>
              <a:defRPr/>
            </a:lvl2pPr>
            <a:lvl3pPr marL="0" lvl="2" indent="0" algn="l">
              <a:spcBef>
                <a:spcPts val="0"/>
              </a:spcBef>
              <a:buClr>
                <a:schemeClr val="dk1"/>
              </a:buClr>
              <a:buSzPts val="1800"/>
              <a:buFont typeface="Oi"/>
              <a:buNone/>
              <a:defRPr/>
            </a:lvl3pPr>
            <a:lvl4pPr marL="0" lvl="3" indent="0" algn="l">
              <a:spcBef>
                <a:spcPts val="0"/>
              </a:spcBef>
              <a:buClr>
                <a:schemeClr val="dk1"/>
              </a:buClr>
              <a:buSzPts val="1800"/>
              <a:buFont typeface="Oi"/>
              <a:buNone/>
              <a:defRPr/>
            </a:lvl4pPr>
            <a:lvl5pPr marL="0" lvl="4" indent="0" algn="l">
              <a:spcBef>
                <a:spcPts val="0"/>
              </a:spcBef>
              <a:buClr>
                <a:schemeClr val="dk1"/>
              </a:buClr>
              <a:buSzPts val="1800"/>
              <a:buFont typeface="Oi"/>
              <a:buNone/>
              <a:defRPr/>
            </a:lvl5pPr>
            <a:lvl6pPr marL="0" lvl="5" indent="0" algn="l">
              <a:spcBef>
                <a:spcPts val="0"/>
              </a:spcBef>
              <a:buClr>
                <a:schemeClr val="dk1"/>
              </a:buClr>
              <a:buSzPts val="1800"/>
              <a:buFont typeface="Oi"/>
              <a:buNone/>
              <a:defRPr/>
            </a:lvl6pPr>
            <a:lvl7pPr marL="0" lvl="6" indent="0" algn="l">
              <a:spcBef>
                <a:spcPts val="0"/>
              </a:spcBef>
              <a:buClr>
                <a:schemeClr val="dk1"/>
              </a:buClr>
              <a:buSzPts val="1800"/>
              <a:buFont typeface="Oi"/>
              <a:buNone/>
              <a:defRPr/>
            </a:lvl7pPr>
            <a:lvl8pPr marL="0" lvl="7" indent="0" algn="l">
              <a:spcBef>
                <a:spcPts val="0"/>
              </a:spcBef>
              <a:buClr>
                <a:schemeClr val="dk1"/>
              </a:buClr>
              <a:buSzPts val="1800"/>
              <a:buFont typeface="Oi"/>
              <a:buNone/>
              <a:defRPr/>
            </a:lvl8pPr>
            <a:lvl9pPr marL="0" lvl="8" indent="0" algn="l">
              <a:spcBef>
                <a:spcPts val="0"/>
              </a:spcBef>
              <a:buClr>
                <a:schemeClr val="dk1"/>
              </a:buClr>
              <a:buSzPts val="1800"/>
              <a:buFont typeface="Oi"/>
              <a:buNone/>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53"/>
        <p:cNvGrpSpPr/>
        <p:nvPr/>
      </p:nvGrpSpPr>
      <p:grpSpPr>
        <a:xfrm>
          <a:off x="0" y="0"/>
          <a:ext cx="0" cy="0"/>
          <a:chOff x="0" y="0"/>
          <a:chExt cx="0" cy="0"/>
        </a:xfrm>
      </p:grpSpPr>
      <p:sp>
        <p:nvSpPr>
          <p:cNvPr id="54" name="Google Shape;54;p16"/>
          <p:cNvSpPr txBox="1">
            <a:spLocks noGrp="1"/>
          </p:cNvSpPr>
          <p:nvPr>
            <p:ph type="title"/>
          </p:nvPr>
        </p:nvSpPr>
        <p:spPr>
          <a:xfrm>
            <a:off x="838200" y="365124"/>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16"/>
          <p:cNvSpPr txBox="1">
            <a:spLocks noGrp="1"/>
          </p:cNvSpPr>
          <p:nvPr>
            <p:ph type="dt" idx="10"/>
          </p:nvPr>
        </p:nvSpPr>
        <p:spPr>
          <a:xfrm>
            <a:off x="838200" y="635634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56" name="Google Shape;56;p16"/>
          <p:cNvSpPr txBox="1">
            <a:spLocks noGrp="1"/>
          </p:cNvSpPr>
          <p:nvPr>
            <p:ph type="ftr" idx="11"/>
          </p:nvPr>
        </p:nvSpPr>
        <p:spPr>
          <a:xfrm>
            <a:off x="4038600" y="635634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57" name="Google Shape;57;p16"/>
          <p:cNvSpPr txBox="1">
            <a:spLocks noGrp="1"/>
          </p:cNvSpPr>
          <p:nvPr>
            <p:ph type="sldNum" idx="12"/>
          </p:nvPr>
        </p:nvSpPr>
        <p:spPr>
          <a:xfrm>
            <a:off x="8610600" y="6356349"/>
            <a:ext cx="27432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Clr>
                <a:schemeClr val="dk1"/>
              </a:buClr>
              <a:buSzPts val="1800"/>
              <a:buFont typeface="Oi"/>
              <a:buNone/>
              <a:defRPr/>
            </a:lvl1pPr>
            <a:lvl2pPr marL="0" lvl="1" indent="0" algn="l">
              <a:spcBef>
                <a:spcPts val="0"/>
              </a:spcBef>
              <a:buClr>
                <a:schemeClr val="dk1"/>
              </a:buClr>
              <a:buSzPts val="1800"/>
              <a:buFont typeface="Oi"/>
              <a:buNone/>
              <a:defRPr/>
            </a:lvl2pPr>
            <a:lvl3pPr marL="0" lvl="2" indent="0" algn="l">
              <a:spcBef>
                <a:spcPts val="0"/>
              </a:spcBef>
              <a:buClr>
                <a:schemeClr val="dk1"/>
              </a:buClr>
              <a:buSzPts val="1800"/>
              <a:buFont typeface="Oi"/>
              <a:buNone/>
              <a:defRPr/>
            </a:lvl3pPr>
            <a:lvl4pPr marL="0" lvl="3" indent="0" algn="l">
              <a:spcBef>
                <a:spcPts val="0"/>
              </a:spcBef>
              <a:buClr>
                <a:schemeClr val="dk1"/>
              </a:buClr>
              <a:buSzPts val="1800"/>
              <a:buFont typeface="Oi"/>
              <a:buNone/>
              <a:defRPr/>
            </a:lvl4pPr>
            <a:lvl5pPr marL="0" lvl="4" indent="0" algn="l">
              <a:spcBef>
                <a:spcPts val="0"/>
              </a:spcBef>
              <a:buClr>
                <a:schemeClr val="dk1"/>
              </a:buClr>
              <a:buSzPts val="1800"/>
              <a:buFont typeface="Oi"/>
              <a:buNone/>
              <a:defRPr/>
            </a:lvl5pPr>
            <a:lvl6pPr marL="0" lvl="5" indent="0" algn="l">
              <a:spcBef>
                <a:spcPts val="0"/>
              </a:spcBef>
              <a:buClr>
                <a:schemeClr val="dk1"/>
              </a:buClr>
              <a:buSzPts val="1800"/>
              <a:buFont typeface="Oi"/>
              <a:buNone/>
              <a:defRPr/>
            </a:lvl6pPr>
            <a:lvl7pPr marL="0" lvl="6" indent="0" algn="l">
              <a:spcBef>
                <a:spcPts val="0"/>
              </a:spcBef>
              <a:buClr>
                <a:schemeClr val="dk1"/>
              </a:buClr>
              <a:buSzPts val="1800"/>
              <a:buFont typeface="Oi"/>
              <a:buNone/>
              <a:defRPr/>
            </a:lvl7pPr>
            <a:lvl8pPr marL="0" lvl="7" indent="0" algn="l">
              <a:spcBef>
                <a:spcPts val="0"/>
              </a:spcBef>
              <a:buClr>
                <a:schemeClr val="dk1"/>
              </a:buClr>
              <a:buSzPts val="1800"/>
              <a:buFont typeface="Oi"/>
              <a:buNone/>
              <a:defRPr/>
            </a:lvl8pPr>
            <a:lvl9pPr marL="0" lvl="8" indent="0" algn="l">
              <a:spcBef>
                <a:spcPts val="0"/>
              </a:spcBef>
              <a:buClr>
                <a:schemeClr val="dk1"/>
              </a:buClr>
              <a:buSzPts val="1800"/>
              <a:buFont typeface="Oi"/>
              <a:buNone/>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8"/>
        <p:cNvGrpSpPr/>
        <p:nvPr/>
      </p:nvGrpSpPr>
      <p:grpSpPr>
        <a:xfrm>
          <a:off x="0" y="0"/>
          <a:ext cx="0" cy="0"/>
          <a:chOff x="0" y="0"/>
          <a:chExt cx="0" cy="0"/>
        </a:xfrm>
      </p:grpSpPr>
      <p:sp>
        <p:nvSpPr>
          <p:cNvPr id="59" name="Google Shape;59;p17"/>
          <p:cNvSpPr txBox="1">
            <a:spLocks noGrp="1"/>
          </p:cNvSpPr>
          <p:nvPr>
            <p:ph type="dt" idx="10"/>
          </p:nvPr>
        </p:nvSpPr>
        <p:spPr>
          <a:xfrm>
            <a:off x="838200" y="635634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60" name="Google Shape;60;p17"/>
          <p:cNvSpPr txBox="1">
            <a:spLocks noGrp="1"/>
          </p:cNvSpPr>
          <p:nvPr>
            <p:ph type="ftr" idx="11"/>
          </p:nvPr>
        </p:nvSpPr>
        <p:spPr>
          <a:xfrm>
            <a:off x="4038600" y="635634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61" name="Google Shape;61;p17"/>
          <p:cNvSpPr txBox="1">
            <a:spLocks noGrp="1"/>
          </p:cNvSpPr>
          <p:nvPr>
            <p:ph type="sldNum" idx="12"/>
          </p:nvPr>
        </p:nvSpPr>
        <p:spPr>
          <a:xfrm>
            <a:off x="8610600" y="6356349"/>
            <a:ext cx="27432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Clr>
                <a:schemeClr val="dk1"/>
              </a:buClr>
              <a:buSzPts val="1800"/>
              <a:buFont typeface="Oi"/>
              <a:buNone/>
              <a:defRPr/>
            </a:lvl1pPr>
            <a:lvl2pPr marL="0" lvl="1" indent="0" algn="l">
              <a:spcBef>
                <a:spcPts val="0"/>
              </a:spcBef>
              <a:buClr>
                <a:schemeClr val="dk1"/>
              </a:buClr>
              <a:buSzPts val="1800"/>
              <a:buFont typeface="Oi"/>
              <a:buNone/>
              <a:defRPr/>
            </a:lvl2pPr>
            <a:lvl3pPr marL="0" lvl="2" indent="0" algn="l">
              <a:spcBef>
                <a:spcPts val="0"/>
              </a:spcBef>
              <a:buClr>
                <a:schemeClr val="dk1"/>
              </a:buClr>
              <a:buSzPts val="1800"/>
              <a:buFont typeface="Oi"/>
              <a:buNone/>
              <a:defRPr/>
            </a:lvl3pPr>
            <a:lvl4pPr marL="0" lvl="3" indent="0" algn="l">
              <a:spcBef>
                <a:spcPts val="0"/>
              </a:spcBef>
              <a:buClr>
                <a:schemeClr val="dk1"/>
              </a:buClr>
              <a:buSzPts val="1800"/>
              <a:buFont typeface="Oi"/>
              <a:buNone/>
              <a:defRPr/>
            </a:lvl4pPr>
            <a:lvl5pPr marL="0" lvl="4" indent="0" algn="l">
              <a:spcBef>
                <a:spcPts val="0"/>
              </a:spcBef>
              <a:buClr>
                <a:schemeClr val="dk1"/>
              </a:buClr>
              <a:buSzPts val="1800"/>
              <a:buFont typeface="Oi"/>
              <a:buNone/>
              <a:defRPr/>
            </a:lvl5pPr>
            <a:lvl6pPr marL="0" lvl="5" indent="0" algn="l">
              <a:spcBef>
                <a:spcPts val="0"/>
              </a:spcBef>
              <a:buClr>
                <a:schemeClr val="dk1"/>
              </a:buClr>
              <a:buSzPts val="1800"/>
              <a:buFont typeface="Oi"/>
              <a:buNone/>
              <a:defRPr/>
            </a:lvl6pPr>
            <a:lvl7pPr marL="0" lvl="6" indent="0" algn="l">
              <a:spcBef>
                <a:spcPts val="0"/>
              </a:spcBef>
              <a:buClr>
                <a:schemeClr val="dk1"/>
              </a:buClr>
              <a:buSzPts val="1800"/>
              <a:buFont typeface="Oi"/>
              <a:buNone/>
              <a:defRPr/>
            </a:lvl7pPr>
            <a:lvl8pPr marL="0" lvl="7" indent="0" algn="l">
              <a:spcBef>
                <a:spcPts val="0"/>
              </a:spcBef>
              <a:buClr>
                <a:schemeClr val="dk1"/>
              </a:buClr>
              <a:buSzPts val="1800"/>
              <a:buFont typeface="Oi"/>
              <a:buNone/>
              <a:defRPr/>
            </a:lvl8pPr>
            <a:lvl9pPr marL="0" lvl="8" indent="0" algn="l">
              <a:spcBef>
                <a:spcPts val="0"/>
              </a:spcBef>
              <a:buClr>
                <a:schemeClr val="dk1"/>
              </a:buClr>
              <a:buSzPts val="1800"/>
              <a:buFont typeface="Oi"/>
              <a:buNone/>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62"/>
        <p:cNvGrpSpPr/>
        <p:nvPr/>
      </p:nvGrpSpPr>
      <p:grpSpPr>
        <a:xfrm>
          <a:off x="0" y="0"/>
          <a:ext cx="0" cy="0"/>
          <a:chOff x="0" y="0"/>
          <a:chExt cx="0" cy="0"/>
        </a:xfrm>
      </p:grpSpPr>
      <p:sp>
        <p:nvSpPr>
          <p:cNvPr id="63" name="Google Shape;63;p1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5" name="Google Shape;65;p1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200"/>
              <a:buNone/>
              <a:defRPr sz="1200"/>
            </a:lvl2pPr>
            <a:lvl3pPr marL="1371600" lvl="2" indent="-228600" algn="l">
              <a:lnSpc>
                <a:spcPct val="90000"/>
              </a:lnSpc>
              <a:spcBef>
                <a:spcPts val="500"/>
              </a:spcBef>
              <a:spcAft>
                <a:spcPts val="0"/>
              </a:spcAft>
              <a:buClr>
                <a:schemeClr val="dk1"/>
              </a:buClr>
              <a:buSzPts val="1000"/>
              <a:buNone/>
              <a:defRPr sz="1000"/>
            </a:lvl3pPr>
            <a:lvl4pPr marL="1828800" lvl="3" indent="-228600" algn="l">
              <a:lnSpc>
                <a:spcPct val="90000"/>
              </a:lnSpc>
              <a:spcBef>
                <a:spcPts val="500"/>
              </a:spcBef>
              <a:spcAft>
                <a:spcPts val="0"/>
              </a:spcAft>
              <a:buClr>
                <a:schemeClr val="dk1"/>
              </a:buClr>
              <a:buSzPts val="900"/>
              <a:buNone/>
              <a:defRPr sz="900"/>
            </a:lvl4pPr>
            <a:lvl5pPr marL="2286000" lvl="4" indent="-228600" algn="l">
              <a:lnSpc>
                <a:spcPct val="90000"/>
              </a:lnSpc>
              <a:spcBef>
                <a:spcPts val="500"/>
              </a:spcBef>
              <a:spcAft>
                <a:spcPts val="0"/>
              </a:spcAft>
              <a:buClr>
                <a:schemeClr val="dk1"/>
              </a:buClr>
              <a:buSzPts val="900"/>
              <a:buNone/>
              <a:defRPr sz="900"/>
            </a:lvl5pPr>
            <a:lvl6pPr marL="2743200" lvl="5" indent="-228600" algn="l">
              <a:lnSpc>
                <a:spcPct val="90000"/>
              </a:lnSpc>
              <a:spcBef>
                <a:spcPts val="500"/>
              </a:spcBef>
              <a:spcAft>
                <a:spcPts val="0"/>
              </a:spcAft>
              <a:buClr>
                <a:schemeClr val="dk1"/>
              </a:buClr>
              <a:buSzPts val="900"/>
              <a:buNone/>
              <a:defRPr sz="900"/>
            </a:lvl6pPr>
            <a:lvl7pPr marL="3200400" lvl="6" indent="-228600" algn="l">
              <a:lnSpc>
                <a:spcPct val="90000"/>
              </a:lnSpc>
              <a:spcBef>
                <a:spcPts val="500"/>
              </a:spcBef>
              <a:spcAft>
                <a:spcPts val="0"/>
              </a:spcAft>
              <a:buClr>
                <a:schemeClr val="dk1"/>
              </a:buClr>
              <a:buSzPts val="900"/>
              <a:buNone/>
              <a:defRPr sz="900"/>
            </a:lvl7pPr>
            <a:lvl8pPr marL="3657600" lvl="7" indent="-228600" algn="l">
              <a:lnSpc>
                <a:spcPct val="90000"/>
              </a:lnSpc>
              <a:spcBef>
                <a:spcPts val="500"/>
              </a:spcBef>
              <a:spcAft>
                <a:spcPts val="0"/>
              </a:spcAft>
              <a:buClr>
                <a:schemeClr val="dk1"/>
              </a:buClr>
              <a:buSzPts val="900"/>
              <a:buNone/>
              <a:defRPr sz="900"/>
            </a:lvl8pPr>
            <a:lvl9pPr marL="4114800" lvl="8" indent="-228600" algn="l">
              <a:lnSpc>
                <a:spcPct val="90000"/>
              </a:lnSpc>
              <a:spcBef>
                <a:spcPts val="500"/>
              </a:spcBef>
              <a:spcAft>
                <a:spcPts val="0"/>
              </a:spcAft>
              <a:buClr>
                <a:schemeClr val="dk1"/>
              </a:buClr>
              <a:buSzPts val="900"/>
              <a:buNone/>
              <a:defRPr sz="900"/>
            </a:lvl9pPr>
          </a:lstStyle>
          <a:p>
            <a:endParaRPr/>
          </a:p>
        </p:txBody>
      </p:sp>
      <p:sp>
        <p:nvSpPr>
          <p:cNvPr id="66" name="Google Shape;66;p18"/>
          <p:cNvSpPr txBox="1">
            <a:spLocks noGrp="1"/>
          </p:cNvSpPr>
          <p:nvPr>
            <p:ph type="dt" idx="10"/>
          </p:nvPr>
        </p:nvSpPr>
        <p:spPr>
          <a:xfrm>
            <a:off x="838200" y="635634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67" name="Google Shape;67;p18"/>
          <p:cNvSpPr txBox="1">
            <a:spLocks noGrp="1"/>
          </p:cNvSpPr>
          <p:nvPr>
            <p:ph type="ftr" idx="11"/>
          </p:nvPr>
        </p:nvSpPr>
        <p:spPr>
          <a:xfrm>
            <a:off x="4038600" y="635634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68" name="Google Shape;68;p18"/>
          <p:cNvSpPr txBox="1">
            <a:spLocks noGrp="1"/>
          </p:cNvSpPr>
          <p:nvPr>
            <p:ph type="sldNum" idx="12"/>
          </p:nvPr>
        </p:nvSpPr>
        <p:spPr>
          <a:xfrm>
            <a:off x="8610600" y="6356349"/>
            <a:ext cx="27432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Clr>
                <a:schemeClr val="dk1"/>
              </a:buClr>
              <a:buSzPts val="1800"/>
              <a:buFont typeface="Oi"/>
              <a:buNone/>
              <a:defRPr/>
            </a:lvl1pPr>
            <a:lvl2pPr marL="0" lvl="1" indent="0" algn="l">
              <a:spcBef>
                <a:spcPts val="0"/>
              </a:spcBef>
              <a:buClr>
                <a:schemeClr val="dk1"/>
              </a:buClr>
              <a:buSzPts val="1800"/>
              <a:buFont typeface="Oi"/>
              <a:buNone/>
              <a:defRPr/>
            </a:lvl2pPr>
            <a:lvl3pPr marL="0" lvl="2" indent="0" algn="l">
              <a:spcBef>
                <a:spcPts val="0"/>
              </a:spcBef>
              <a:buClr>
                <a:schemeClr val="dk1"/>
              </a:buClr>
              <a:buSzPts val="1800"/>
              <a:buFont typeface="Oi"/>
              <a:buNone/>
              <a:defRPr/>
            </a:lvl3pPr>
            <a:lvl4pPr marL="0" lvl="3" indent="0" algn="l">
              <a:spcBef>
                <a:spcPts val="0"/>
              </a:spcBef>
              <a:buClr>
                <a:schemeClr val="dk1"/>
              </a:buClr>
              <a:buSzPts val="1800"/>
              <a:buFont typeface="Oi"/>
              <a:buNone/>
              <a:defRPr/>
            </a:lvl4pPr>
            <a:lvl5pPr marL="0" lvl="4" indent="0" algn="l">
              <a:spcBef>
                <a:spcPts val="0"/>
              </a:spcBef>
              <a:buClr>
                <a:schemeClr val="dk1"/>
              </a:buClr>
              <a:buSzPts val="1800"/>
              <a:buFont typeface="Oi"/>
              <a:buNone/>
              <a:defRPr/>
            </a:lvl5pPr>
            <a:lvl6pPr marL="0" lvl="5" indent="0" algn="l">
              <a:spcBef>
                <a:spcPts val="0"/>
              </a:spcBef>
              <a:buClr>
                <a:schemeClr val="dk1"/>
              </a:buClr>
              <a:buSzPts val="1800"/>
              <a:buFont typeface="Oi"/>
              <a:buNone/>
              <a:defRPr/>
            </a:lvl6pPr>
            <a:lvl7pPr marL="0" lvl="6" indent="0" algn="l">
              <a:spcBef>
                <a:spcPts val="0"/>
              </a:spcBef>
              <a:buClr>
                <a:schemeClr val="dk1"/>
              </a:buClr>
              <a:buSzPts val="1800"/>
              <a:buFont typeface="Oi"/>
              <a:buNone/>
              <a:defRPr/>
            </a:lvl7pPr>
            <a:lvl8pPr marL="0" lvl="7" indent="0" algn="l">
              <a:spcBef>
                <a:spcPts val="0"/>
              </a:spcBef>
              <a:buClr>
                <a:schemeClr val="dk1"/>
              </a:buClr>
              <a:buSzPts val="1800"/>
              <a:buFont typeface="Oi"/>
              <a:buNone/>
              <a:defRPr/>
            </a:lvl8pPr>
            <a:lvl9pPr marL="0" lvl="8" indent="0" algn="l">
              <a:spcBef>
                <a:spcPts val="0"/>
              </a:spcBef>
              <a:buClr>
                <a:schemeClr val="dk1"/>
              </a:buClr>
              <a:buSzPts val="1800"/>
              <a:buFont typeface="Oi"/>
              <a:buNone/>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9"/>
        <p:cNvGrpSpPr/>
        <p:nvPr/>
      </p:nvGrpSpPr>
      <p:grpSpPr>
        <a:xfrm>
          <a:off x="0" y="0"/>
          <a:ext cx="0" cy="0"/>
          <a:chOff x="0" y="0"/>
          <a:chExt cx="0" cy="0"/>
        </a:xfrm>
      </p:grpSpPr>
      <p:sp>
        <p:nvSpPr>
          <p:cNvPr id="70" name="Google Shape;70;p1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9"/>
          <p:cNvSpPr>
            <a:spLocks noGrp="1"/>
          </p:cNvSpPr>
          <p:nvPr>
            <p:ph type="pic" idx="2"/>
          </p:nvPr>
        </p:nvSpPr>
        <p:spPr>
          <a:xfrm>
            <a:off x="1792288" y="612775"/>
            <a:ext cx="5486400" cy="4114800"/>
          </a:xfrm>
          <a:prstGeom prst="rect">
            <a:avLst/>
          </a:prstGeom>
          <a:noFill/>
          <a:ln>
            <a:noFill/>
          </a:ln>
        </p:spPr>
      </p:sp>
      <p:sp>
        <p:nvSpPr>
          <p:cNvPr id="72" name="Google Shape;72;p1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400"/>
              <a:buNone/>
              <a:defRPr sz="1400"/>
            </a:lvl1pPr>
            <a:lvl2pPr marL="914400" lvl="1" indent="-228600" algn="l">
              <a:lnSpc>
                <a:spcPct val="90000"/>
              </a:lnSpc>
              <a:spcBef>
                <a:spcPts val="500"/>
              </a:spcBef>
              <a:spcAft>
                <a:spcPts val="0"/>
              </a:spcAft>
              <a:buClr>
                <a:schemeClr val="dk1"/>
              </a:buClr>
              <a:buSzPts val="1200"/>
              <a:buNone/>
              <a:defRPr sz="1200"/>
            </a:lvl2pPr>
            <a:lvl3pPr marL="1371600" lvl="2" indent="-228600" algn="l">
              <a:lnSpc>
                <a:spcPct val="90000"/>
              </a:lnSpc>
              <a:spcBef>
                <a:spcPts val="500"/>
              </a:spcBef>
              <a:spcAft>
                <a:spcPts val="0"/>
              </a:spcAft>
              <a:buClr>
                <a:schemeClr val="dk1"/>
              </a:buClr>
              <a:buSzPts val="1000"/>
              <a:buNone/>
              <a:defRPr sz="1000"/>
            </a:lvl3pPr>
            <a:lvl4pPr marL="1828800" lvl="3" indent="-228600" algn="l">
              <a:lnSpc>
                <a:spcPct val="90000"/>
              </a:lnSpc>
              <a:spcBef>
                <a:spcPts val="500"/>
              </a:spcBef>
              <a:spcAft>
                <a:spcPts val="0"/>
              </a:spcAft>
              <a:buClr>
                <a:schemeClr val="dk1"/>
              </a:buClr>
              <a:buSzPts val="900"/>
              <a:buNone/>
              <a:defRPr sz="900"/>
            </a:lvl4pPr>
            <a:lvl5pPr marL="2286000" lvl="4" indent="-228600" algn="l">
              <a:lnSpc>
                <a:spcPct val="90000"/>
              </a:lnSpc>
              <a:spcBef>
                <a:spcPts val="500"/>
              </a:spcBef>
              <a:spcAft>
                <a:spcPts val="0"/>
              </a:spcAft>
              <a:buClr>
                <a:schemeClr val="dk1"/>
              </a:buClr>
              <a:buSzPts val="900"/>
              <a:buNone/>
              <a:defRPr sz="900"/>
            </a:lvl5pPr>
            <a:lvl6pPr marL="2743200" lvl="5" indent="-228600" algn="l">
              <a:lnSpc>
                <a:spcPct val="90000"/>
              </a:lnSpc>
              <a:spcBef>
                <a:spcPts val="500"/>
              </a:spcBef>
              <a:spcAft>
                <a:spcPts val="0"/>
              </a:spcAft>
              <a:buClr>
                <a:schemeClr val="dk1"/>
              </a:buClr>
              <a:buSzPts val="900"/>
              <a:buNone/>
              <a:defRPr sz="900"/>
            </a:lvl6pPr>
            <a:lvl7pPr marL="3200400" lvl="6" indent="-228600" algn="l">
              <a:lnSpc>
                <a:spcPct val="90000"/>
              </a:lnSpc>
              <a:spcBef>
                <a:spcPts val="500"/>
              </a:spcBef>
              <a:spcAft>
                <a:spcPts val="0"/>
              </a:spcAft>
              <a:buClr>
                <a:schemeClr val="dk1"/>
              </a:buClr>
              <a:buSzPts val="900"/>
              <a:buNone/>
              <a:defRPr sz="900"/>
            </a:lvl7pPr>
            <a:lvl8pPr marL="3657600" lvl="7" indent="-228600" algn="l">
              <a:lnSpc>
                <a:spcPct val="90000"/>
              </a:lnSpc>
              <a:spcBef>
                <a:spcPts val="500"/>
              </a:spcBef>
              <a:spcAft>
                <a:spcPts val="0"/>
              </a:spcAft>
              <a:buClr>
                <a:schemeClr val="dk1"/>
              </a:buClr>
              <a:buSzPts val="900"/>
              <a:buNone/>
              <a:defRPr sz="900"/>
            </a:lvl8pPr>
            <a:lvl9pPr marL="4114800" lvl="8" indent="-228600" algn="l">
              <a:lnSpc>
                <a:spcPct val="90000"/>
              </a:lnSpc>
              <a:spcBef>
                <a:spcPts val="500"/>
              </a:spcBef>
              <a:spcAft>
                <a:spcPts val="0"/>
              </a:spcAft>
              <a:buClr>
                <a:schemeClr val="dk1"/>
              </a:buClr>
              <a:buSzPts val="900"/>
              <a:buNone/>
              <a:defRPr sz="900"/>
            </a:lvl9pPr>
          </a:lstStyle>
          <a:p>
            <a:endParaRPr/>
          </a:p>
        </p:txBody>
      </p:sp>
      <p:sp>
        <p:nvSpPr>
          <p:cNvPr id="73" name="Google Shape;73;p19"/>
          <p:cNvSpPr txBox="1">
            <a:spLocks noGrp="1"/>
          </p:cNvSpPr>
          <p:nvPr>
            <p:ph type="dt" idx="10"/>
          </p:nvPr>
        </p:nvSpPr>
        <p:spPr>
          <a:xfrm>
            <a:off x="838200" y="635634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74" name="Google Shape;74;p19"/>
          <p:cNvSpPr txBox="1">
            <a:spLocks noGrp="1"/>
          </p:cNvSpPr>
          <p:nvPr>
            <p:ph type="ftr" idx="11"/>
          </p:nvPr>
        </p:nvSpPr>
        <p:spPr>
          <a:xfrm>
            <a:off x="4038600" y="635634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75" name="Google Shape;75;p19"/>
          <p:cNvSpPr txBox="1">
            <a:spLocks noGrp="1"/>
          </p:cNvSpPr>
          <p:nvPr>
            <p:ph type="sldNum" idx="12"/>
          </p:nvPr>
        </p:nvSpPr>
        <p:spPr>
          <a:xfrm>
            <a:off x="8610600" y="6356349"/>
            <a:ext cx="27432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Clr>
                <a:schemeClr val="dk1"/>
              </a:buClr>
              <a:buSzPts val="1800"/>
              <a:buFont typeface="Oi"/>
              <a:buNone/>
              <a:defRPr/>
            </a:lvl1pPr>
            <a:lvl2pPr marL="0" lvl="1" indent="0" algn="l">
              <a:spcBef>
                <a:spcPts val="0"/>
              </a:spcBef>
              <a:buClr>
                <a:schemeClr val="dk1"/>
              </a:buClr>
              <a:buSzPts val="1800"/>
              <a:buFont typeface="Oi"/>
              <a:buNone/>
              <a:defRPr/>
            </a:lvl2pPr>
            <a:lvl3pPr marL="0" lvl="2" indent="0" algn="l">
              <a:spcBef>
                <a:spcPts val="0"/>
              </a:spcBef>
              <a:buClr>
                <a:schemeClr val="dk1"/>
              </a:buClr>
              <a:buSzPts val="1800"/>
              <a:buFont typeface="Oi"/>
              <a:buNone/>
              <a:defRPr/>
            </a:lvl3pPr>
            <a:lvl4pPr marL="0" lvl="3" indent="0" algn="l">
              <a:spcBef>
                <a:spcPts val="0"/>
              </a:spcBef>
              <a:buClr>
                <a:schemeClr val="dk1"/>
              </a:buClr>
              <a:buSzPts val="1800"/>
              <a:buFont typeface="Oi"/>
              <a:buNone/>
              <a:defRPr/>
            </a:lvl4pPr>
            <a:lvl5pPr marL="0" lvl="4" indent="0" algn="l">
              <a:spcBef>
                <a:spcPts val="0"/>
              </a:spcBef>
              <a:buClr>
                <a:schemeClr val="dk1"/>
              </a:buClr>
              <a:buSzPts val="1800"/>
              <a:buFont typeface="Oi"/>
              <a:buNone/>
              <a:defRPr/>
            </a:lvl5pPr>
            <a:lvl6pPr marL="0" lvl="5" indent="0" algn="l">
              <a:spcBef>
                <a:spcPts val="0"/>
              </a:spcBef>
              <a:buClr>
                <a:schemeClr val="dk1"/>
              </a:buClr>
              <a:buSzPts val="1800"/>
              <a:buFont typeface="Oi"/>
              <a:buNone/>
              <a:defRPr/>
            </a:lvl6pPr>
            <a:lvl7pPr marL="0" lvl="6" indent="0" algn="l">
              <a:spcBef>
                <a:spcPts val="0"/>
              </a:spcBef>
              <a:buClr>
                <a:schemeClr val="dk1"/>
              </a:buClr>
              <a:buSzPts val="1800"/>
              <a:buFont typeface="Oi"/>
              <a:buNone/>
              <a:defRPr/>
            </a:lvl7pPr>
            <a:lvl8pPr marL="0" lvl="7" indent="0" algn="l">
              <a:spcBef>
                <a:spcPts val="0"/>
              </a:spcBef>
              <a:buClr>
                <a:schemeClr val="dk1"/>
              </a:buClr>
              <a:buSzPts val="1800"/>
              <a:buFont typeface="Oi"/>
              <a:buNone/>
              <a:defRPr/>
            </a:lvl8pPr>
            <a:lvl9pPr marL="0" lvl="8" indent="0" algn="l">
              <a:spcBef>
                <a:spcPts val="0"/>
              </a:spcBef>
              <a:buClr>
                <a:schemeClr val="dk1"/>
              </a:buClr>
              <a:buSzPts val="1800"/>
              <a:buFont typeface="Oi"/>
              <a:buNone/>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标题和竖排文本" type="vertTx">
  <p:cSld name="VERTICAL_TEXT">
    <p:spTree>
      <p:nvGrpSpPr>
        <p:cNvPr id="1" name="Shape 76"/>
        <p:cNvGrpSpPr/>
        <p:nvPr/>
      </p:nvGrpSpPr>
      <p:grpSpPr>
        <a:xfrm>
          <a:off x="0" y="0"/>
          <a:ext cx="0" cy="0"/>
          <a:chOff x="0" y="0"/>
          <a:chExt cx="0" cy="0"/>
        </a:xfrm>
      </p:grpSpPr>
      <p:sp>
        <p:nvSpPr>
          <p:cNvPr id="77" name="Google Shape;77;p20"/>
          <p:cNvSpPr txBox="1">
            <a:spLocks noGrp="1"/>
          </p:cNvSpPr>
          <p:nvPr>
            <p:ph type="title"/>
          </p:nvPr>
        </p:nvSpPr>
        <p:spPr>
          <a:xfrm>
            <a:off x="838200" y="365124"/>
            <a:ext cx="10515600" cy="132556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2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20"/>
          <p:cNvSpPr txBox="1">
            <a:spLocks noGrp="1"/>
          </p:cNvSpPr>
          <p:nvPr>
            <p:ph type="dt" idx="10"/>
          </p:nvPr>
        </p:nvSpPr>
        <p:spPr>
          <a:xfrm>
            <a:off x="838200" y="635634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80" name="Google Shape;80;p20"/>
          <p:cNvSpPr txBox="1">
            <a:spLocks noGrp="1"/>
          </p:cNvSpPr>
          <p:nvPr>
            <p:ph type="ftr" idx="11"/>
          </p:nvPr>
        </p:nvSpPr>
        <p:spPr>
          <a:xfrm>
            <a:off x="4038600" y="635634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81" name="Google Shape;81;p20"/>
          <p:cNvSpPr txBox="1">
            <a:spLocks noGrp="1"/>
          </p:cNvSpPr>
          <p:nvPr>
            <p:ph type="sldNum" idx="12"/>
          </p:nvPr>
        </p:nvSpPr>
        <p:spPr>
          <a:xfrm>
            <a:off x="8610600" y="6356349"/>
            <a:ext cx="27432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Clr>
                <a:schemeClr val="dk1"/>
              </a:buClr>
              <a:buSzPts val="1800"/>
              <a:buFont typeface="Oi"/>
              <a:buNone/>
              <a:defRPr/>
            </a:lvl1pPr>
            <a:lvl2pPr marL="0" lvl="1" indent="0" algn="l">
              <a:spcBef>
                <a:spcPts val="0"/>
              </a:spcBef>
              <a:buClr>
                <a:schemeClr val="dk1"/>
              </a:buClr>
              <a:buSzPts val="1800"/>
              <a:buFont typeface="Oi"/>
              <a:buNone/>
              <a:defRPr/>
            </a:lvl2pPr>
            <a:lvl3pPr marL="0" lvl="2" indent="0" algn="l">
              <a:spcBef>
                <a:spcPts val="0"/>
              </a:spcBef>
              <a:buClr>
                <a:schemeClr val="dk1"/>
              </a:buClr>
              <a:buSzPts val="1800"/>
              <a:buFont typeface="Oi"/>
              <a:buNone/>
              <a:defRPr/>
            </a:lvl3pPr>
            <a:lvl4pPr marL="0" lvl="3" indent="0" algn="l">
              <a:spcBef>
                <a:spcPts val="0"/>
              </a:spcBef>
              <a:buClr>
                <a:schemeClr val="dk1"/>
              </a:buClr>
              <a:buSzPts val="1800"/>
              <a:buFont typeface="Oi"/>
              <a:buNone/>
              <a:defRPr/>
            </a:lvl4pPr>
            <a:lvl5pPr marL="0" lvl="4" indent="0" algn="l">
              <a:spcBef>
                <a:spcPts val="0"/>
              </a:spcBef>
              <a:buClr>
                <a:schemeClr val="dk1"/>
              </a:buClr>
              <a:buSzPts val="1800"/>
              <a:buFont typeface="Oi"/>
              <a:buNone/>
              <a:defRPr/>
            </a:lvl5pPr>
            <a:lvl6pPr marL="0" lvl="5" indent="0" algn="l">
              <a:spcBef>
                <a:spcPts val="0"/>
              </a:spcBef>
              <a:buClr>
                <a:schemeClr val="dk1"/>
              </a:buClr>
              <a:buSzPts val="1800"/>
              <a:buFont typeface="Oi"/>
              <a:buNone/>
              <a:defRPr/>
            </a:lvl6pPr>
            <a:lvl7pPr marL="0" lvl="6" indent="0" algn="l">
              <a:spcBef>
                <a:spcPts val="0"/>
              </a:spcBef>
              <a:buClr>
                <a:schemeClr val="dk1"/>
              </a:buClr>
              <a:buSzPts val="1800"/>
              <a:buFont typeface="Oi"/>
              <a:buNone/>
              <a:defRPr/>
            </a:lvl7pPr>
            <a:lvl8pPr marL="0" lvl="7" indent="0" algn="l">
              <a:spcBef>
                <a:spcPts val="0"/>
              </a:spcBef>
              <a:buClr>
                <a:schemeClr val="dk1"/>
              </a:buClr>
              <a:buSzPts val="1800"/>
              <a:buFont typeface="Oi"/>
              <a:buNone/>
              <a:defRPr/>
            </a:lvl8pPr>
            <a:lvl9pPr marL="0" lvl="8" indent="0" algn="l">
              <a:spcBef>
                <a:spcPts val="0"/>
              </a:spcBef>
              <a:buClr>
                <a:schemeClr val="dk1"/>
              </a:buClr>
              <a:buSzPts val="1800"/>
              <a:buFont typeface="Oi"/>
              <a:buNone/>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垂直排列标题与文本" type="vertTitleAndTx">
  <p:cSld name="VERTICAL_TITLE_AND_VERTICAL_TEXT">
    <p:spTree>
      <p:nvGrpSpPr>
        <p:cNvPr id="1" name="Shape 82"/>
        <p:cNvGrpSpPr/>
        <p:nvPr/>
      </p:nvGrpSpPr>
      <p:grpSpPr>
        <a:xfrm>
          <a:off x="0" y="0"/>
          <a:ext cx="0" cy="0"/>
          <a:chOff x="0" y="0"/>
          <a:chExt cx="0" cy="0"/>
        </a:xfrm>
      </p:grpSpPr>
      <p:sp>
        <p:nvSpPr>
          <p:cNvPr id="83" name="Google Shape;83;p2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2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21"/>
          <p:cNvSpPr txBox="1">
            <a:spLocks noGrp="1"/>
          </p:cNvSpPr>
          <p:nvPr>
            <p:ph type="dt" idx="10"/>
          </p:nvPr>
        </p:nvSpPr>
        <p:spPr>
          <a:xfrm>
            <a:off x="838200" y="6356349"/>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86" name="Google Shape;86;p21"/>
          <p:cNvSpPr txBox="1">
            <a:spLocks noGrp="1"/>
          </p:cNvSpPr>
          <p:nvPr>
            <p:ph type="ftr" idx="11"/>
          </p:nvPr>
        </p:nvSpPr>
        <p:spPr>
          <a:xfrm>
            <a:off x="4038600" y="6356349"/>
            <a:ext cx="411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dk1"/>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87" name="Google Shape;87;p21"/>
          <p:cNvSpPr txBox="1">
            <a:spLocks noGrp="1"/>
          </p:cNvSpPr>
          <p:nvPr>
            <p:ph type="sldNum" idx="12"/>
          </p:nvPr>
        </p:nvSpPr>
        <p:spPr>
          <a:xfrm>
            <a:off x="8610600" y="6356349"/>
            <a:ext cx="2743200"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Clr>
                <a:schemeClr val="dk1"/>
              </a:buClr>
              <a:buSzPts val="1800"/>
              <a:buFont typeface="Oi"/>
              <a:buNone/>
              <a:defRPr/>
            </a:lvl1pPr>
            <a:lvl2pPr marL="0" lvl="1" indent="0" algn="l">
              <a:spcBef>
                <a:spcPts val="0"/>
              </a:spcBef>
              <a:buClr>
                <a:schemeClr val="dk1"/>
              </a:buClr>
              <a:buSzPts val="1800"/>
              <a:buFont typeface="Oi"/>
              <a:buNone/>
              <a:defRPr/>
            </a:lvl2pPr>
            <a:lvl3pPr marL="0" lvl="2" indent="0" algn="l">
              <a:spcBef>
                <a:spcPts val="0"/>
              </a:spcBef>
              <a:buClr>
                <a:schemeClr val="dk1"/>
              </a:buClr>
              <a:buSzPts val="1800"/>
              <a:buFont typeface="Oi"/>
              <a:buNone/>
              <a:defRPr/>
            </a:lvl3pPr>
            <a:lvl4pPr marL="0" lvl="3" indent="0" algn="l">
              <a:spcBef>
                <a:spcPts val="0"/>
              </a:spcBef>
              <a:buClr>
                <a:schemeClr val="dk1"/>
              </a:buClr>
              <a:buSzPts val="1800"/>
              <a:buFont typeface="Oi"/>
              <a:buNone/>
              <a:defRPr/>
            </a:lvl4pPr>
            <a:lvl5pPr marL="0" lvl="4" indent="0" algn="l">
              <a:spcBef>
                <a:spcPts val="0"/>
              </a:spcBef>
              <a:buClr>
                <a:schemeClr val="dk1"/>
              </a:buClr>
              <a:buSzPts val="1800"/>
              <a:buFont typeface="Oi"/>
              <a:buNone/>
              <a:defRPr/>
            </a:lvl5pPr>
            <a:lvl6pPr marL="0" lvl="5" indent="0" algn="l">
              <a:spcBef>
                <a:spcPts val="0"/>
              </a:spcBef>
              <a:buClr>
                <a:schemeClr val="dk1"/>
              </a:buClr>
              <a:buSzPts val="1800"/>
              <a:buFont typeface="Oi"/>
              <a:buNone/>
              <a:defRPr/>
            </a:lvl6pPr>
            <a:lvl7pPr marL="0" lvl="6" indent="0" algn="l">
              <a:spcBef>
                <a:spcPts val="0"/>
              </a:spcBef>
              <a:buClr>
                <a:schemeClr val="dk1"/>
              </a:buClr>
              <a:buSzPts val="1800"/>
              <a:buFont typeface="Oi"/>
              <a:buNone/>
              <a:defRPr/>
            </a:lvl7pPr>
            <a:lvl8pPr marL="0" lvl="7" indent="0" algn="l">
              <a:spcBef>
                <a:spcPts val="0"/>
              </a:spcBef>
              <a:buClr>
                <a:schemeClr val="dk1"/>
              </a:buClr>
              <a:buSzPts val="1800"/>
              <a:buFont typeface="Oi"/>
              <a:buNone/>
              <a:defRPr/>
            </a:lvl8pPr>
            <a:lvl9pPr marL="0" lvl="8" indent="0" algn="l">
              <a:spcBef>
                <a:spcPts val="0"/>
              </a:spcBef>
              <a:buClr>
                <a:schemeClr val="dk1"/>
              </a:buClr>
              <a:buSzPts val="1800"/>
              <a:buFont typeface="Oi"/>
              <a:buNone/>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4"/>
            <a:ext cx="10515600" cy="132556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49"/>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1pPr>
            <a:lvl2pPr marR="0" lvl="1"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2pPr>
            <a:lvl3pPr marR="0" lvl="2"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3pPr>
            <a:lvl4pPr marR="0" lvl="3"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4pPr>
            <a:lvl5pPr marR="0" lvl="4"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5pPr>
            <a:lvl6pPr marR="0" lvl="5"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6pPr>
            <a:lvl7pPr marR="0" lvl="6"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7pPr>
            <a:lvl8pPr marR="0" lvl="7"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8pPr>
            <a:lvl9pPr marR="0" lvl="8"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9pPr>
          </a:lstStyle>
          <a:p>
            <a:endParaRPr/>
          </a:p>
        </p:txBody>
      </p:sp>
      <p:sp>
        <p:nvSpPr>
          <p:cNvPr id="13" name="Google Shape;13;p9"/>
          <p:cNvSpPr txBox="1">
            <a:spLocks noGrp="1"/>
          </p:cNvSpPr>
          <p:nvPr>
            <p:ph type="ftr" idx="11"/>
          </p:nvPr>
        </p:nvSpPr>
        <p:spPr>
          <a:xfrm>
            <a:off x="4038600" y="6356349"/>
            <a:ext cx="411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1pPr>
            <a:lvl2pPr marR="0" lvl="1"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2pPr>
            <a:lvl3pPr marR="0" lvl="2"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3pPr>
            <a:lvl4pPr marR="0" lvl="3"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4pPr>
            <a:lvl5pPr marR="0" lvl="4"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5pPr>
            <a:lvl6pPr marR="0" lvl="5"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6pPr>
            <a:lvl7pPr marR="0" lvl="6"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7pPr>
            <a:lvl8pPr marR="0" lvl="7"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8pPr>
            <a:lvl9pPr marR="0" lvl="8" algn="l" rtl="0">
              <a:spcBef>
                <a:spcPts val="0"/>
              </a:spcBef>
              <a:spcAft>
                <a:spcPts val="0"/>
              </a:spcAft>
              <a:buClr>
                <a:schemeClr val="dk1"/>
              </a:buClr>
              <a:buSzPts val="1800"/>
              <a:buFont typeface="Oi"/>
              <a:buNone/>
              <a:defRPr sz="1800" b="0" i="0" u="none" strike="noStrike" cap="none">
                <a:solidFill>
                  <a:schemeClr val="dk1"/>
                </a:solidFill>
                <a:latin typeface="Oi"/>
                <a:ea typeface="Oi"/>
                <a:cs typeface="Oi"/>
                <a:sym typeface="Oi"/>
              </a:defRPr>
            </a:lvl9pPr>
          </a:lstStyle>
          <a:p>
            <a:endParaRPr/>
          </a:p>
        </p:txBody>
      </p:sp>
      <p:sp>
        <p:nvSpPr>
          <p:cNvPr id="14" name="Google Shape;14;p9"/>
          <p:cNvSpPr txBox="1">
            <a:spLocks noGrp="1"/>
          </p:cNvSpPr>
          <p:nvPr>
            <p:ph type="sldNum" idx="12"/>
          </p:nvPr>
        </p:nvSpPr>
        <p:spPr>
          <a:xfrm>
            <a:off x="8610600" y="6356349"/>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Clr>
                <a:srgbClr val="898989"/>
              </a:buClr>
              <a:buSzPts val="1200"/>
              <a:buFont typeface="Calibri"/>
              <a:buNone/>
              <a:defRPr sz="1200" b="0" i="0" u="none" strike="noStrike" cap="none">
                <a:solidFill>
                  <a:srgbClr val="898989"/>
                </a:solidFill>
                <a:latin typeface="Calibri"/>
                <a:ea typeface="Calibri"/>
                <a:cs typeface="Calibri"/>
                <a:sym typeface="Calibri"/>
              </a:defRPr>
            </a:lvl1pPr>
            <a:lvl2pPr marL="0" marR="0" lvl="1" indent="0" algn="r" rtl="0">
              <a:spcBef>
                <a:spcPts val="0"/>
              </a:spcBef>
              <a:buClr>
                <a:srgbClr val="898989"/>
              </a:buClr>
              <a:buSzPts val="1200"/>
              <a:buFont typeface="Calibri"/>
              <a:buNone/>
              <a:defRPr sz="1200" b="0" i="0" u="none" strike="noStrike" cap="none">
                <a:solidFill>
                  <a:srgbClr val="898989"/>
                </a:solidFill>
                <a:latin typeface="Calibri"/>
                <a:ea typeface="Calibri"/>
                <a:cs typeface="Calibri"/>
                <a:sym typeface="Calibri"/>
              </a:defRPr>
            </a:lvl2pPr>
            <a:lvl3pPr marL="0" marR="0" lvl="2" indent="0" algn="r" rtl="0">
              <a:spcBef>
                <a:spcPts val="0"/>
              </a:spcBef>
              <a:buClr>
                <a:srgbClr val="898989"/>
              </a:buClr>
              <a:buSzPts val="1200"/>
              <a:buFont typeface="Calibri"/>
              <a:buNone/>
              <a:defRPr sz="1200" b="0" i="0" u="none" strike="noStrike" cap="none">
                <a:solidFill>
                  <a:srgbClr val="898989"/>
                </a:solidFill>
                <a:latin typeface="Calibri"/>
                <a:ea typeface="Calibri"/>
                <a:cs typeface="Calibri"/>
                <a:sym typeface="Calibri"/>
              </a:defRPr>
            </a:lvl3pPr>
            <a:lvl4pPr marL="0" marR="0" lvl="3" indent="0" algn="r" rtl="0">
              <a:spcBef>
                <a:spcPts val="0"/>
              </a:spcBef>
              <a:buClr>
                <a:srgbClr val="898989"/>
              </a:buClr>
              <a:buSzPts val="1200"/>
              <a:buFont typeface="Calibri"/>
              <a:buNone/>
              <a:defRPr sz="1200" b="0" i="0" u="none" strike="noStrike" cap="none">
                <a:solidFill>
                  <a:srgbClr val="898989"/>
                </a:solidFill>
                <a:latin typeface="Calibri"/>
                <a:ea typeface="Calibri"/>
                <a:cs typeface="Calibri"/>
                <a:sym typeface="Calibri"/>
              </a:defRPr>
            </a:lvl4pPr>
            <a:lvl5pPr marL="0" marR="0" lvl="4" indent="0" algn="r" rtl="0">
              <a:spcBef>
                <a:spcPts val="0"/>
              </a:spcBef>
              <a:buClr>
                <a:srgbClr val="898989"/>
              </a:buClr>
              <a:buSzPts val="1200"/>
              <a:buFont typeface="Calibri"/>
              <a:buNone/>
              <a:defRPr sz="1200" b="0" i="0" u="none" strike="noStrike" cap="none">
                <a:solidFill>
                  <a:srgbClr val="898989"/>
                </a:solidFill>
                <a:latin typeface="Calibri"/>
                <a:ea typeface="Calibri"/>
                <a:cs typeface="Calibri"/>
                <a:sym typeface="Calibri"/>
              </a:defRPr>
            </a:lvl5pPr>
            <a:lvl6pPr marL="0" marR="0" lvl="5" indent="0" algn="r" rtl="0">
              <a:spcBef>
                <a:spcPts val="0"/>
              </a:spcBef>
              <a:buClr>
                <a:srgbClr val="898989"/>
              </a:buClr>
              <a:buSzPts val="1200"/>
              <a:buFont typeface="Calibri"/>
              <a:buNone/>
              <a:defRPr sz="1200" b="0" i="0" u="none" strike="noStrike" cap="none">
                <a:solidFill>
                  <a:srgbClr val="898989"/>
                </a:solidFill>
                <a:latin typeface="Calibri"/>
                <a:ea typeface="Calibri"/>
                <a:cs typeface="Calibri"/>
                <a:sym typeface="Calibri"/>
              </a:defRPr>
            </a:lvl6pPr>
            <a:lvl7pPr marL="0" marR="0" lvl="6" indent="0" algn="r" rtl="0">
              <a:spcBef>
                <a:spcPts val="0"/>
              </a:spcBef>
              <a:buClr>
                <a:srgbClr val="898989"/>
              </a:buClr>
              <a:buSzPts val="1200"/>
              <a:buFont typeface="Calibri"/>
              <a:buNone/>
              <a:defRPr sz="1200" b="0" i="0" u="none" strike="noStrike" cap="none">
                <a:solidFill>
                  <a:srgbClr val="898989"/>
                </a:solidFill>
                <a:latin typeface="Calibri"/>
                <a:ea typeface="Calibri"/>
                <a:cs typeface="Calibri"/>
                <a:sym typeface="Calibri"/>
              </a:defRPr>
            </a:lvl7pPr>
            <a:lvl8pPr marL="0" marR="0" lvl="7" indent="0" algn="r" rtl="0">
              <a:spcBef>
                <a:spcPts val="0"/>
              </a:spcBef>
              <a:buClr>
                <a:srgbClr val="898989"/>
              </a:buClr>
              <a:buSzPts val="1200"/>
              <a:buFont typeface="Calibri"/>
              <a:buNone/>
              <a:defRPr sz="1200" b="0" i="0" u="none" strike="noStrike" cap="none">
                <a:solidFill>
                  <a:srgbClr val="898989"/>
                </a:solidFill>
                <a:latin typeface="Calibri"/>
                <a:ea typeface="Calibri"/>
                <a:cs typeface="Calibri"/>
                <a:sym typeface="Calibri"/>
              </a:defRPr>
            </a:lvl8pPr>
            <a:lvl9pPr marL="0" marR="0" lvl="8" indent="0" algn="r" rtl="0">
              <a:spcBef>
                <a:spcPts val="0"/>
              </a:spcBef>
              <a:buClr>
                <a:srgbClr val="898989"/>
              </a:buClr>
              <a:buSzPts val="1200"/>
              <a:buFont typeface="Calibri"/>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5"/>
        <p:cNvGrpSpPr/>
        <p:nvPr/>
      </p:nvGrpSpPr>
      <p:grpSpPr>
        <a:xfrm>
          <a:off x="0" y="0"/>
          <a:ext cx="0" cy="0"/>
          <a:chOff x="0" y="0"/>
          <a:chExt cx="0" cy="0"/>
        </a:xfrm>
      </p:grpSpPr>
      <p:sp>
        <p:nvSpPr>
          <p:cNvPr id="96" name="Google Shape;96;g362be3c2590_2_0"/>
          <p:cNvSpPr/>
          <p:nvPr/>
        </p:nvSpPr>
        <p:spPr>
          <a:xfrm>
            <a:off x="1282461" y="1689622"/>
            <a:ext cx="9627078" cy="2308324"/>
          </a:xfrm>
          <a:prstGeom prst="rect">
            <a:avLst/>
          </a:prstGeom>
          <a:noFill/>
          <a:ln>
            <a:noFill/>
          </a:ln>
        </p:spPr>
        <p:txBody>
          <a:bodyPr spcFirstLastPara="1" wrap="square" lIns="91425" tIns="45700" rIns="91425" bIns="45700" anchor="t" anchorCtr="0">
            <a:noAutofit/>
          </a:bodyPr>
          <a:lstStyle/>
          <a:p>
            <a:pPr lvl="0" algn="ctr">
              <a:buClr>
                <a:schemeClr val="dk1"/>
              </a:buClr>
              <a:buSzPts val="4800"/>
            </a:pPr>
            <a:r>
              <a:rPr lang="es-ES" sz="4400" b="1" dirty="0">
                <a:latin typeface="+mj-lt"/>
              </a:rPr>
              <a:t>Sistema de información para comparación de características técnicas de repuestos de motos para DilanMotos</a:t>
            </a:r>
            <a:endParaRPr sz="4400" b="1" i="0" u="none" strike="noStrike" cap="none" dirty="0">
              <a:solidFill>
                <a:schemeClr val="dk1"/>
              </a:solidFill>
              <a:latin typeface="+mj-lt"/>
              <a:ea typeface="Work Sans"/>
              <a:cs typeface="Work Sans"/>
              <a:sym typeface="Work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4"/>
        <p:cNvGrpSpPr/>
        <p:nvPr/>
      </p:nvGrpSpPr>
      <p:grpSpPr>
        <a:xfrm>
          <a:off x="0" y="0"/>
          <a:ext cx="0" cy="0"/>
          <a:chOff x="0" y="0"/>
          <a:chExt cx="0" cy="0"/>
        </a:xfrm>
      </p:grpSpPr>
      <p:sp>
        <p:nvSpPr>
          <p:cNvPr id="105" name="Google Shape;105;g362be3c2590_2_9"/>
          <p:cNvSpPr/>
          <p:nvPr/>
        </p:nvSpPr>
        <p:spPr>
          <a:xfrm>
            <a:off x="1621618" y="3358219"/>
            <a:ext cx="8948754" cy="1421928"/>
          </a:xfrm>
          <a:prstGeom prst="rect">
            <a:avLst/>
          </a:prstGeom>
          <a:noFill/>
          <a:ln>
            <a:noFill/>
          </a:ln>
        </p:spPr>
        <p:txBody>
          <a:bodyPr spcFirstLastPara="1" wrap="square" lIns="91425" tIns="45700" rIns="91425" bIns="45700" anchor="ctr" anchorCtr="0">
            <a:noAutofit/>
          </a:bodyPr>
          <a:lstStyle/>
          <a:p>
            <a:pPr marL="0" marR="0" lvl="0" indent="0" algn="just" rtl="0">
              <a:lnSpc>
                <a:spcPct val="90000"/>
              </a:lnSpc>
              <a:spcBef>
                <a:spcPts val="0"/>
              </a:spcBef>
              <a:spcAft>
                <a:spcPts val="0"/>
              </a:spcAft>
              <a:buClr>
                <a:schemeClr val="lt1"/>
              </a:buClr>
              <a:buSzPts val="3200"/>
              <a:buFont typeface="Work Sans"/>
              <a:buNone/>
            </a:pPr>
            <a:r>
              <a:rPr lang="es-CO" sz="3200" b="0" i="0" u="none" strike="noStrike" cap="none" dirty="0">
                <a:solidFill>
                  <a:schemeClr val="lt1"/>
                </a:solidFill>
                <a:latin typeface="Calibri" panose="020F0502020204030204" pitchFamily="34" charset="0"/>
                <a:ea typeface="Calibri" panose="020F0502020204030204" pitchFamily="34" charset="0"/>
                <a:cs typeface="Calibri" panose="020F0502020204030204" pitchFamily="34" charset="0"/>
                <a:sym typeface="Work Sans"/>
              </a:rPr>
              <a:t>Desarrollar un sistema de información orientado a la web que permita, la cotización, y comparación </a:t>
            </a:r>
            <a:r>
              <a:rPr lang="es-CO" sz="3200" dirty="0">
                <a:solidFill>
                  <a:schemeClr val="lt1"/>
                </a:solidFill>
                <a:latin typeface="Calibri" panose="020F0502020204030204" pitchFamily="34" charset="0"/>
                <a:ea typeface="Calibri" panose="020F0502020204030204" pitchFamily="34" charset="0"/>
                <a:cs typeface="Calibri" panose="020F0502020204030204" pitchFamily="34" charset="0"/>
                <a:sym typeface="Work Sans"/>
              </a:rPr>
              <a:t>de características técnicas </a:t>
            </a:r>
            <a:r>
              <a:rPr lang="es-CO" sz="3200" b="0" i="0" u="none" strike="noStrike" cap="none" dirty="0">
                <a:solidFill>
                  <a:schemeClr val="lt1"/>
                </a:solidFill>
                <a:latin typeface="Calibri" panose="020F0502020204030204" pitchFamily="34" charset="0"/>
                <a:ea typeface="Calibri" panose="020F0502020204030204" pitchFamily="34" charset="0"/>
                <a:cs typeface="Calibri" panose="020F0502020204030204" pitchFamily="34" charset="0"/>
                <a:sym typeface="Work Sans"/>
              </a:rPr>
              <a:t>de repuestos para motos.</a:t>
            </a:r>
            <a:endParaRPr sz="3200" b="0" i="0" u="none" strike="noStrike" cap="none" dirty="0">
              <a:solidFill>
                <a:schemeClr val="lt1"/>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106" name="Google Shape;106;g362be3c2590_2_9"/>
          <p:cNvSpPr/>
          <p:nvPr/>
        </p:nvSpPr>
        <p:spPr>
          <a:xfrm>
            <a:off x="2406144" y="744783"/>
            <a:ext cx="7379700" cy="11868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lt1"/>
              </a:buClr>
              <a:buSzPts val="7200"/>
              <a:buFont typeface="Work Sans"/>
              <a:buNone/>
            </a:pPr>
            <a:r>
              <a:rPr lang="es-CO" sz="7200" b="1" i="0" u="none" strike="noStrike" cap="none" dirty="0">
                <a:solidFill>
                  <a:schemeClr val="lt1"/>
                </a:solidFill>
                <a:latin typeface="Calibri" panose="020F0502020204030204" pitchFamily="34" charset="0"/>
                <a:ea typeface="Calibri" panose="020F0502020204030204" pitchFamily="34" charset="0"/>
                <a:cs typeface="Calibri" panose="020F0502020204030204" pitchFamily="34" charset="0"/>
                <a:sym typeface="Work Sans"/>
              </a:rPr>
              <a:t>Objetivo general </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07" name="Google Shape;107;g362be3c2590_2_9"/>
          <p:cNvSpPr/>
          <p:nvPr/>
        </p:nvSpPr>
        <p:spPr>
          <a:xfrm>
            <a:off x="2089476" y="2090499"/>
            <a:ext cx="8013037" cy="403525"/>
          </a:xfrm>
          <a:custGeom>
            <a:avLst/>
            <a:gdLst/>
            <a:ahLst/>
            <a:cxnLst/>
            <a:rect l="l" t="t" r="r" b="b"/>
            <a:pathLst>
              <a:path w="8013037" h="403525" extrusionOk="0">
                <a:moveTo>
                  <a:pt x="0" y="0"/>
                </a:moveTo>
                <a:cubicBezTo>
                  <a:pt x="2673887" y="1046033"/>
                  <a:pt x="5339150" y="-642508"/>
                  <a:pt x="8013037" y="403525"/>
                </a:cubicBezTo>
              </a:path>
            </a:pathLst>
          </a:custGeom>
          <a:noFill/>
          <a:ln w="381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800"/>
              <a:buFont typeface="Oi"/>
              <a:buNone/>
            </a:pPr>
            <a:endParaRPr sz="1800" b="1" i="0" u="none" strike="noStrike" cap="none">
              <a:solidFill>
                <a:schemeClr val="dk1"/>
              </a:solidFill>
              <a:latin typeface="Oi"/>
              <a:ea typeface="Oi"/>
              <a:cs typeface="Oi"/>
              <a:sym typeface="O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5"/>
        <p:cNvGrpSpPr/>
        <p:nvPr/>
      </p:nvGrpSpPr>
      <p:grpSpPr>
        <a:xfrm>
          <a:off x="0" y="0"/>
          <a:ext cx="0" cy="0"/>
          <a:chOff x="0" y="0"/>
          <a:chExt cx="0" cy="0"/>
        </a:xfrm>
      </p:grpSpPr>
      <p:sp>
        <p:nvSpPr>
          <p:cNvPr id="116" name="Google Shape;116;g362be3c2590_2_19"/>
          <p:cNvSpPr/>
          <p:nvPr/>
        </p:nvSpPr>
        <p:spPr>
          <a:xfrm>
            <a:off x="3714627" y="141943"/>
            <a:ext cx="4762800" cy="6960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0AD00"/>
              </a:buClr>
              <a:buSzPts val="4000"/>
              <a:buFont typeface="Work Sans"/>
              <a:buNone/>
            </a:pPr>
            <a:r>
              <a:rPr lang="es-CO" sz="4000" b="1" i="0" u="none" strike="noStrike" cap="none" dirty="0">
                <a:solidFill>
                  <a:srgbClr val="00AD00"/>
                </a:solidFill>
                <a:latin typeface="Calibri" panose="020F0502020204030204" pitchFamily="34" charset="0"/>
                <a:ea typeface="Calibri" panose="020F0502020204030204" pitchFamily="34" charset="0"/>
                <a:cs typeface="Calibri" panose="020F0502020204030204" pitchFamily="34" charset="0"/>
                <a:sym typeface="Work Sans"/>
              </a:rPr>
              <a:t>Objetivos específicos </a:t>
            </a:r>
            <a:endParaRPr sz="4000" b="1" i="0" u="none" strike="noStrike" cap="none" dirty="0">
              <a:solidFill>
                <a:srgbClr val="00AD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117" name="Google Shape;117;g362be3c2590_2_19"/>
          <p:cNvSpPr/>
          <p:nvPr/>
        </p:nvSpPr>
        <p:spPr>
          <a:xfrm>
            <a:off x="1190444" y="1310452"/>
            <a:ext cx="10150800" cy="4986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000"/>
              <a:buFont typeface="Oi"/>
              <a:buNone/>
            </a:pPr>
            <a:endParaRPr sz="2000" b="0" i="0" u="none" strike="noStrike" cap="none" dirty="0">
              <a:solidFill>
                <a:schemeClr val="dk1"/>
              </a:solidFill>
              <a:latin typeface="Work Sans Light"/>
              <a:ea typeface="Work Sans Light"/>
              <a:cs typeface="Work Sans Light"/>
              <a:sym typeface="Work Sans Light"/>
            </a:endParaRPr>
          </a:p>
          <a:p>
            <a:pPr marL="0" marR="0" lvl="0" indent="0" algn="just" rtl="0">
              <a:lnSpc>
                <a:spcPct val="100000"/>
              </a:lnSpc>
              <a:spcBef>
                <a:spcPts val="0"/>
              </a:spcBef>
              <a:spcAft>
                <a:spcPts val="0"/>
              </a:spcAft>
              <a:buClr>
                <a:schemeClr val="dk1"/>
              </a:buClr>
              <a:buSzPts val="2000"/>
              <a:buFont typeface="Oi"/>
              <a:buNone/>
            </a:pPr>
            <a:r>
              <a:rPr lang="es-ES" sz="2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Work Sans Light"/>
              </a:rPr>
              <a:t>Diseñar el módulo de gestión de usuarios y vehículos, que permita administrar los perfiles del cliente y registrar información relevante de sus motocicletas.</a:t>
            </a:r>
          </a:p>
          <a:p>
            <a:pPr marL="0" marR="0" lvl="0" indent="0" algn="just" rtl="0">
              <a:lnSpc>
                <a:spcPct val="100000"/>
              </a:lnSpc>
              <a:spcBef>
                <a:spcPts val="0"/>
              </a:spcBef>
              <a:spcAft>
                <a:spcPts val="0"/>
              </a:spcAft>
              <a:buClr>
                <a:schemeClr val="dk1"/>
              </a:buClr>
              <a:buSzPts val="2000"/>
              <a:buFont typeface="Oi"/>
              <a:buNone/>
            </a:pPr>
            <a:endParaRPr sz="2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Work Sans Light"/>
            </a:endParaRPr>
          </a:p>
          <a:p>
            <a:pPr marL="0" marR="0" lvl="0" indent="0" algn="just" rtl="0">
              <a:lnSpc>
                <a:spcPct val="100000"/>
              </a:lnSpc>
              <a:spcBef>
                <a:spcPts val="0"/>
              </a:spcBef>
              <a:spcAft>
                <a:spcPts val="0"/>
              </a:spcAft>
              <a:buClr>
                <a:schemeClr val="dk1"/>
              </a:buClr>
              <a:buSzPts val="2000"/>
              <a:buFont typeface="Work Sans Light"/>
              <a:buNone/>
            </a:pPr>
            <a:r>
              <a:rPr lang="es-CO" sz="2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Work Sans Light"/>
              </a:rPr>
              <a:t>Desarrollar el módulo de productos técnicos, en el que integre catálogos comparativos de llantas, aceites y kits de arrastre, permitiendo a los usuarios buscar, y comparar las características más relevantes. </a:t>
            </a:r>
          </a:p>
          <a:p>
            <a:pPr marL="0" marR="0" lvl="0" indent="0" algn="just" rtl="0">
              <a:lnSpc>
                <a:spcPct val="100000"/>
              </a:lnSpc>
              <a:spcBef>
                <a:spcPts val="0"/>
              </a:spcBef>
              <a:spcAft>
                <a:spcPts val="0"/>
              </a:spcAft>
              <a:buClr>
                <a:schemeClr val="dk1"/>
              </a:buClr>
              <a:buSzPts val="2000"/>
              <a:buFont typeface="Work Sans Light"/>
              <a:buNone/>
            </a:pPr>
            <a:endParaRPr sz="2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Work Sans Light"/>
            </a:endParaRPr>
          </a:p>
          <a:p>
            <a:pPr marL="0" marR="0" lvl="0" indent="0" algn="just" rtl="0">
              <a:lnSpc>
                <a:spcPct val="100000"/>
              </a:lnSpc>
              <a:spcBef>
                <a:spcPts val="0"/>
              </a:spcBef>
              <a:spcAft>
                <a:spcPts val="0"/>
              </a:spcAft>
              <a:buClr>
                <a:schemeClr val="dk1"/>
              </a:buClr>
              <a:buSzPts val="2000"/>
              <a:buFont typeface="Work Sans Light"/>
              <a:buNone/>
            </a:pPr>
            <a:r>
              <a:rPr lang="es-ES" sz="2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Work Sans Light"/>
              </a:rPr>
              <a:t>Implementar el módulo de trazabilidad de actividad del usuario, el cual recopile y presente registros de las interacciones realizadas en el sistema.  </a:t>
            </a:r>
            <a:endParaRPr dirty="0">
              <a:latin typeface="Calibri" panose="020F0502020204030204" pitchFamily="34" charset="0"/>
              <a:ea typeface="Calibri" panose="020F0502020204030204" pitchFamily="34" charset="0"/>
              <a:cs typeface="Calibri" panose="020F0502020204030204" pitchFamily="34" charset="0"/>
            </a:endParaRPr>
          </a:p>
          <a:p>
            <a:pPr marL="0" marR="0" lvl="0" indent="0" algn="just" rtl="0">
              <a:lnSpc>
                <a:spcPct val="100000"/>
              </a:lnSpc>
              <a:spcBef>
                <a:spcPts val="0"/>
              </a:spcBef>
              <a:spcAft>
                <a:spcPts val="0"/>
              </a:spcAft>
              <a:buClr>
                <a:schemeClr val="dk1"/>
              </a:buClr>
              <a:buSzPts val="2000"/>
              <a:buFont typeface="Oi"/>
              <a:buNone/>
            </a:pPr>
            <a:endParaRPr sz="2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Work Sans Light"/>
            </a:endParaRPr>
          </a:p>
          <a:p>
            <a:pPr marL="0" marR="0" lvl="0" indent="0" algn="just" rtl="0">
              <a:lnSpc>
                <a:spcPct val="100000"/>
              </a:lnSpc>
              <a:spcBef>
                <a:spcPts val="0"/>
              </a:spcBef>
              <a:spcAft>
                <a:spcPts val="0"/>
              </a:spcAft>
              <a:buClr>
                <a:schemeClr val="dk1"/>
              </a:buClr>
              <a:buSzPts val="2000"/>
              <a:buFont typeface="Work Sans Light"/>
              <a:buNone/>
            </a:pPr>
            <a:r>
              <a:rPr lang="es-ES" sz="2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Work Sans Light"/>
              </a:rPr>
              <a:t>Integrar el módulo de gestión de solicitudes PQRS, en el que permitan a los usuarios autenticados enviar peticiones, quejas, reclamos o sugerencias.</a:t>
            </a:r>
            <a:endParaRPr dirty="0">
              <a:latin typeface="Calibri" panose="020F0502020204030204" pitchFamily="34" charset="0"/>
              <a:ea typeface="Calibri" panose="020F0502020204030204" pitchFamily="34" charset="0"/>
              <a:cs typeface="Calibri" panose="020F0502020204030204" pitchFamily="34" charset="0"/>
            </a:endParaRPr>
          </a:p>
          <a:p>
            <a:pPr marL="0" marR="0" lvl="0" indent="0" algn="just" rtl="0">
              <a:lnSpc>
                <a:spcPct val="100000"/>
              </a:lnSpc>
              <a:spcBef>
                <a:spcPts val="0"/>
              </a:spcBef>
              <a:spcAft>
                <a:spcPts val="0"/>
              </a:spcAft>
              <a:buClr>
                <a:schemeClr val="dk1"/>
              </a:buClr>
              <a:buSzPts val="1800"/>
              <a:buFont typeface="Oi"/>
              <a:buNone/>
            </a:pPr>
            <a:endParaRPr sz="18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Work Sans Light"/>
            </a:endParaRPr>
          </a:p>
          <a:p>
            <a:pPr marL="0" marR="0" lvl="0" indent="0" algn="just" rtl="0">
              <a:lnSpc>
                <a:spcPct val="100000"/>
              </a:lnSpc>
              <a:spcBef>
                <a:spcPts val="0"/>
              </a:spcBef>
              <a:spcAft>
                <a:spcPts val="0"/>
              </a:spcAft>
              <a:buClr>
                <a:schemeClr val="dk1"/>
              </a:buClr>
              <a:buSzPts val="2000"/>
              <a:buFont typeface="Work Sans Light"/>
              <a:buNone/>
            </a:pPr>
            <a:r>
              <a:rPr lang="es-CO"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Work Sans Light"/>
              </a:rPr>
              <a:t>Diseñar el módulo de evaluación de técnicos, que permita a los usuarios  registrar sus experiencias y calificar los servicios prestados.</a:t>
            </a:r>
            <a:endParaRPr sz="20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Work Sans Light"/>
            </a:endParaRPr>
          </a:p>
        </p:txBody>
      </p:sp>
      <p:sp>
        <p:nvSpPr>
          <p:cNvPr id="118" name="Google Shape;118;g362be3c2590_2_19"/>
          <p:cNvSpPr/>
          <p:nvPr/>
        </p:nvSpPr>
        <p:spPr>
          <a:xfrm>
            <a:off x="2520182" y="1069346"/>
            <a:ext cx="7151636" cy="241106"/>
          </a:xfrm>
          <a:custGeom>
            <a:avLst/>
            <a:gdLst/>
            <a:ahLst/>
            <a:cxnLst/>
            <a:rect l="l" t="t" r="r" b="b"/>
            <a:pathLst>
              <a:path w="8013037" h="403525" extrusionOk="0">
                <a:moveTo>
                  <a:pt x="0" y="0"/>
                </a:moveTo>
                <a:cubicBezTo>
                  <a:pt x="2673887" y="1046033"/>
                  <a:pt x="5339150" y="-642508"/>
                  <a:pt x="8013037" y="403525"/>
                </a:cubicBezTo>
              </a:path>
            </a:pathLst>
          </a:custGeom>
          <a:noFill/>
          <a:ln w="38100" cap="flat" cmpd="sng">
            <a:solidFill>
              <a:srgbClr val="00AD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800"/>
              <a:buFont typeface="Oi"/>
              <a:buNone/>
            </a:pPr>
            <a:endParaRPr sz="1800" b="1" i="0" u="none" strike="noStrike" cap="none">
              <a:solidFill>
                <a:schemeClr val="dk1"/>
              </a:solidFill>
              <a:latin typeface="Oi"/>
              <a:ea typeface="Oi"/>
              <a:cs typeface="Oi"/>
              <a:sym typeface="Oi"/>
            </a:endParaRPr>
          </a:p>
        </p:txBody>
      </p:sp>
      <p:sp>
        <p:nvSpPr>
          <p:cNvPr id="2" name="Google Shape;136;g362be3c2590_2_34">
            <a:extLst>
              <a:ext uri="{FF2B5EF4-FFF2-40B4-BE49-F238E27FC236}">
                <a16:creationId xmlns:a16="http://schemas.microsoft.com/office/drawing/2014/main" id="{027C950E-259B-629A-9255-F7D1938C042E}"/>
              </a:ext>
            </a:extLst>
          </p:cNvPr>
          <p:cNvSpPr/>
          <p:nvPr/>
        </p:nvSpPr>
        <p:spPr>
          <a:xfrm>
            <a:off x="948944" y="1705215"/>
            <a:ext cx="241500" cy="259200"/>
          </a:xfrm>
          <a:prstGeom prst="diamond">
            <a:avLst/>
          </a:prstGeom>
          <a:solidFill>
            <a:srgbClr val="00AD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Oi"/>
              <a:buNone/>
            </a:pPr>
            <a:endParaRPr sz="1800" b="0" i="0" u="none" strike="noStrike" cap="none">
              <a:solidFill>
                <a:schemeClr val="lt1"/>
              </a:solidFill>
              <a:latin typeface="Oi"/>
              <a:ea typeface="Oi"/>
              <a:cs typeface="Oi"/>
              <a:sym typeface="Oi"/>
            </a:endParaRPr>
          </a:p>
        </p:txBody>
      </p:sp>
      <p:sp>
        <p:nvSpPr>
          <p:cNvPr id="3" name="Google Shape;136;g362be3c2590_2_34">
            <a:extLst>
              <a:ext uri="{FF2B5EF4-FFF2-40B4-BE49-F238E27FC236}">
                <a16:creationId xmlns:a16="http://schemas.microsoft.com/office/drawing/2014/main" id="{CDF490B3-B2FC-6E05-DD40-8285049E4954}"/>
              </a:ext>
            </a:extLst>
          </p:cNvPr>
          <p:cNvSpPr/>
          <p:nvPr/>
        </p:nvSpPr>
        <p:spPr>
          <a:xfrm>
            <a:off x="948944" y="2585748"/>
            <a:ext cx="241500" cy="259200"/>
          </a:xfrm>
          <a:prstGeom prst="diamond">
            <a:avLst/>
          </a:prstGeom>
          <a:solidFill>
            <a:srgbClr val="00AD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Oi"/>
              <a:buNone/>
            </a:pPr>
            <a:endParaRPr sz="1800" b="0" i="0" u="none" strike="noStrike" cap="none">
              <a:solidFill>
                <a:schemeClr val="lt1"/>
              </a:solidFill>
              <a:latin typeface="Oi"/>
              <a:ea typeface="Oi"/>
              <a:cs typeface="Oi"/>
              <a:sym typeface="Oi"/>
            </a:endParaRPr>
          </a:p>
        </p:txBody>
      </p:sp>
      <p:sp>
        <p:nvSpPr>
          <p:cNvPr id="4" name="Google Shape;136;g362be3c2590_2_34">
            <a:extLst>
              <a:ext uri="{FF2B5EF4-FFF2-40B4-BE49-F238E27FC236}">
                <a16:creationId xmlns:a16="http://schemas.microsoft.com/office/drawing/2014/main" id="{797E2E0A-AB61-AE94-EAD9-18EC267F74C2}"/>
              </a:ext>
            </a:extLst>
          </p:cNvPr>
          <p:cNvSpPr/>
          <p:nvPr/>
        </p:nvSpPr>
        <p:spPr>
          <a:xfrm>
            <a:off x="948944" y="3803452"/>
            <a:ext cx="241500" cy="259200"/>
          </a:xfrm>
          <a:prstGeom prst="diamond">
            <a:avLst/>
          </a:prstGeom>
          <a:solidFill>
            <a:srgbClr val="00AD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Oi"/>
              <a:buNone/>
            </a:pPr>
            <a:endParaRPr sz="1800" b="0" i="0" u="none" strike="noStrike" cap="none">
              <a:solidFill>
                <a:schemeClr val="lt1"/>
              </a:solidFill>
              <a:latin typeface="Oi"/>
              <a:ea typeface="Oi"/>
              <a:cs typeface="Oi"/>
              <a:sym typeface="Oi"/>
            </a:endParaRPr>
          </a:p>
        </p:txBody>
      </p:sp>
      <p:sp>
        <p:nvSpPr>
          <p:cNvPr id="5" name="Google Shape;136;g362be3c2590_2_34">
            <a:extLst>
              <a:ext uri="{FF2B5EF4-FFF2-40B4-BE49-F238E27FC236}">
                <a16:creationId xmlns:a16="http://schemas.microsoft.com/office/drawing/2014/main" id="{E7C8329F-7A59-2A38-AEF2-712900F075A4}"/>
              </a:ext>
            </a:extLst>
          </p:cNvPr>
          <p:cNvSpPr/>
          <p:nvPr/>
        </p:nvSpPr>
        <p:spPr>
          <a:xfrm>
            <a:off x="948944" y="4761956"/>
            <a:ext cx="241500" cy="259200"/>
          </a:xfrm>
          <a:prstGeom prst="diamond">
            <a:avLst/>
          </a:prstGeom>
          <a:solidFill>
            <a:srgbClr val="00AD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Oi"/>
              <a:buNone/>
            </a:pPr>
            <a:endParaRPr sz="1800" b="0" i="0" u="none" strike="noStrike" cap="none">
              <a:solidFill>
                <a:schemeClr val="lt1"/>
              </a:solidFill>
              <a:latin typeface="Oi"/>
              <a:ea typeface="Oi"/>
              <a:cs typeface="Oi"/>
              <a:sym typeface="Oi"/>
            </a:endParaRPr>
          </a:p>
        </p:txBody>
      </p:sp>
      <p:sp>
        <p:nvSpPr>
          <p:cNvPr id="6" name="Google Shape;136;g362be3c2590_2_34">
            <a:extLst>
              <a:ext uri="{FF2B5EF4-FFF2-40B4-BE49-F238E27FC236}">
                <a16:creationId xmlns:a16="http://schemas.microsoft.com/office/drawing/2014/main" id="{9C4E2256-938E-81BA-561C-A3350F424DC2}"/>
              </a:ext>
            </a:extLst>
          </p:cNvPr>
          <p:cNvSpPr/>
          <p:nvPr/>
        </p:nvSpPr>
        <p:spPr>
          <a:xfrm>
            <a:off x="948944" y="5590860"/>
            <a:ext cx="241500" cy="259200"/>
          </a:xfrm>
          <a:prstGeom prst="diamond">
            <a:avLst/>
          </a:prstGeom>
          <a:solidFill>
            <a:srgbClr val="00AD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Oi"/>
              <a:buNone/>
            </a:pPr>
            <a:endParaRPr sz="1800" b="0" i="0" u="none" strike="noStrike" cap="none">
              <a:solidFill>
                <a:schemeClr val="lt1"/>
              </a:solidFill>
              <a:latin typeface="Oi"/>
              <a:ea typeface="Oi"/>
              <a:cs typeface="Oi"/>
              <a:sym typeface="O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1"/>
        <p:cNvGrpSpPr/>
        <p:nvPr/>
      </p:nvGrpSpPr>
      <p:grpSpPr>
        <a:xfrm>
          <a:off x="0" y="0"/>
          <a:ext cx="0" cy="0"/>
          <a:chOff x="0" y="0"/>
          <a:chExt cx="0" cy="0"/>
        </a:xfrm>
      </p:grpSpPr>
      <p:sp>
        <p:nvSpPr>
          <p:cNvPr id="132" name="Google Shape;132;g362be3c2590_2_34"/>
          <p:cNvSpPr/>
          <p:nvPr/>
        </p:nvSpPr>
        <p:spPr>
          <a:xfrm>
            <a:off x="1678093" y="718012"/>
            <a:ext cx="8835813" cy="707886"/>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AD00"/>
              </a:buClr>
              <a:buSzPts val="4000"/>
              <a:buFont typeface="Work Sans"/>
              <a:buNone/>
            </a:pPr>
            <a:r>
              <a:rPr lang="es-CO" sz="4000" b="1" i="0" u="none" strike="noStrike" cap="none" dirty="0">
                <a:solidFill>
                  <a:srgbClr val="00AD00"/>
                </a:solidFill>
                <a:latin typeface="Calibri" panose="020F0502020204030204" pitchFamily="34" charset="0"/>
                <a:ea typeface="Calibri" panose="020F0502020204030204" pitchFamily="34" charset="0"/>
                <a:cs typeface="Calibri" panose="020F0502020204030204" pitchFamily="34" charset="0"/>
                <a:sym typeface="Work Sans"/>
              </a:rPr>
              <a:t>Planteamiento</a:t>
            </a:r>
            <a:r>
              <a:rPr lang="es-CO" sz="4000" b="1" i="0" u="none" strike="noStrike" cap="none" dirty="0">
                <a:solidFill>
                  <a:srgbClr val="4D4D4C"/>
                </a:solidFill>
                <a:latin typeface="Calibri" panose="020F0502020204030204" pitchFamily="34" charset="0"/>
                <a:ea typeface="Calibri" panose="020F0502020204030204" pitchFamily="34" charset="0"/>
                <a:cs typeface="Calibri" panose="020F0502020204030204" pitchFamily="34" charset="0"/>
                <a:sym typeface="Work Sans"/>
              </a:rPr>
              <a:t> </a:t>
            </a:r>
            <a:r>
              <a:rPr lang="es-CO" sz="4000" b="1" i="0" u="none" strike="noStrike" cap="none" dirty="0">
                <a:solidFill>
                  <a:srgbClr val="00AD00"/>
                </a:solidFill>
                <a:latin typeface="Calibri" panose="020F0502020204030204" pitchFamily="34" charset="0"/>
                <a:ea typeface="Calibri" panose="020F0502020204030204" pitchFamily="34" charset="0"/>
                <a:cs typeface="Calibri" panose="020F0502020204030204" pitchFamily="34" charset="0"/>
                <a:sym typeface="Work Sans"/>
              </a:rPr>
              <a:t>del</a:t>
            </a:r>
            <a:r>
              <a:rPr lang="es-CO" sz="4000" b="1" i="0" u="none" strike="noStrike" cap="none" dirty="0">
                <a:solidFill>
                  <a:srgbClr val="4D4D4C"/>
                </a:solidFill>
                <a:latin typeface="Calibri" panose="020F0502020204030204" pitchFamily="34" charset="0"/>
                <a:ea typeface="Calibri" panose="020F0502020204030204" pitchFamily="34" charset="0"/>
                <a:cs typeface="Calibri" panose="020F0502020204030204" pitchFamily="34" charset="0"/>
                <a:sym typeface="Work Sans"/>
              </a:rPr>
              <a:t> </a:t>
            </a:r>
            <a:r>
              <a:rPr lang="es-CO" sz="4000" b="1" i="0" u="none" strike="noStrike" cap="none" dirty="0">
                <a:solidFill>
                  <a:srgbClr val="00AD00"/>
                </a:solidFill>
                <a:latin typeface="Calibri" panose="020F0502020204030204" pitchFamily="34" charset="0"/>
                <a:ea typeface="Calibri" panose="020F0502020204030204" pitchFamily="34" charset="0"/>
                <a:cs typeface="Calibri" panose="020F0502020204030204" pitchFamily="34" charset="0"/>
                <a:sym typeface="Work Sans"/>
              </a:rPr>
              <a:t>problema</a:t>
            </a:r>
            <a:r>
              <a:rPr lang="es-CO" sz="4000" b="1" i="0" u="none" strike="noStrike" cap="none" dirty="0">
                <a:solidFill>
                  <a:srgbClr val="4D4D4C"/>
                </a:solidFill>
                <a:latin typeface="Calibri" panose="020F0502020204030204" pitchFamily="34" charset="0"/>
                <a:ea typeface="Calibri" panose="020F0502020204030204" pitchFamily="34" charset="0"/>
                <a:cs typeface="Calibri" panose="020F0502020204030204" pitchFamily="34" charset="0"/>
                <a:sym typeface="Work Sans"/>
              </a:rPr>
              <a:t> </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33" name="Google Shape;133;g362be3c2590_2_34"/>
          <p:cNvSpPr/>
          <p:nvPr/>
        </p:nvSpPr>
        <p:spPr>
          <a:xfrm>
            <a:off x="808799" y="2576804"/>
            <a:ext cx="10574400" cy="5447700"/>
          </a:xfrm>
          <a:prstGeom prst="rect">
            <a:avLst/>
          </a:prstGeom>
          <a:noFill/>
          <a:ln>
            <a:noFill/>
          </a:ln>
        </p:spPr>
        <p:txBody>
          <a:bodyPr spcFirstLastPara="1" wrap="square" lIns="91425" tIns="45700" rIns="91425" bIns="45700" anchor="t" anchorCtr="0">
            <a:noAutofit/>
          </a:bodyPr>
          <a:lstStyle/>
          <a:p>
            <a:pPr marL="457200" marR="0" lvl="1" indent="0" algn="just" rtl="0">
              <a:spcBef>
                <a:spcPts val="0"/>
              </a:spcBef>
              <a:spcAft>
                <a:spcPts val="0"/>
              </a:spcAft>
              <a:buClr>
                <a:srgbClr val="000000"/>
              </a:buClr>
              <a:buSzPts val="1600"/>
              <a:buFont typeface="Work Sans Light"/>
              <a:buNone/>
            </a:pPr>
            <a:r>
              <a:rPr lang="es-CO" sz="2000" dirty="0">
                <a:latin typeface="Calibri" panose="020F0502020204030204" pitchFamily="34" charset="0"/>
                <a:ea typeface="Calibri" panose="020F0502020204030204" pitchFamily="34" charset="0"/>
                <a:cs typeface="Calibri" panose="020F0502020204030204" pitchFamily="34" charset="0"/>
                <a:sym typeface="Work Sans Light"/>
              </a:rPr>
              <a:t>El sector de las motos en Colombia está en constante crecimiento y así mismo crece la problemática de encontrar talleres que sean confiables. En este contexto, DilanMotos se enfrenta a diversos desafíos. Uno de los principales problemas radica en la desinformación del cliente, el riesgo de daños por repuestos incompatibles y la desconfianza en el asesoramiento recibido.</a:t>
            </a:r>
            <a:endParaRPr sz="1600" dirty="0">
              <a:latin typeface="Work Sans Light"/>
              <a:ea typeface="Work Sans Light"/>
              <a:cs typeface="Work Sans Light"/>
              <a:sym typeface="Work Sans Light"/>
            </a:endParaRPr>
          </a:p>
          <a:p>
            <a:pPr marL="0" marR="0" lvl="0" indent="0" algn="just" rtl="0">
              <a:spcBef>
                <a:spcPts val="0"/>
              </a:spcBef>
              <a:spcAft>
                <a:spcPts val="0"/>
              </a:spcAft>
              <a:buNone/>
            </a:pPr>
            <a:endParaRPr sz="1600" dirty="0">
              <a:latin typeface="Work Sans Light"/>
              <a:ea typeface="Work Sans Light"/>
              <a:cs typeface="Work Sans Light"/>
              <a:sym typeface="Work Sans Light"/>
            </a:endParaRPr>
          </a:p>
        </p:txBody>
      </p:sp>
      <p:sp>
        <p:nvSpPr>
          <p:cNvPr id="134" name="Google Shape;134;g362be3c2590_2_34"/>
          <p:cNvSpPr/>
          <p:nvPr/>
        </p:nvSpPr>
        <p:spPr>
          <a:xfrm>
            <a:off x="2521293" y="1403199"/>
            <a:ext cx="7149412" cy="180085"/>
          </a:xfrm>
          <a:custGeom>
            <a:avLst/>
            <a:gdLst/>
            <a:ahLst/>
            <a:cxnLst/>
            <a:rect l="l" t="t" r="r" b="b"/>
            <a:pathLst>
              <a:path w="8013037" h="403525" extrusionOk="0">
                <a:moveTo>
                  <a:pt x="0" y="0"/>
                </a:moveTo>
                <a:cubicBezTo>
                  <a:pt x="2673887" y="1046033"/>
                  <a:pt x="5339150" y="-642508"/>
                  <a:pt x="8013037" y="403525"/>
                </a:cubicBezTo>
              </a:path>
            </a:pathLst>
          </a:custGeom>
          <a:noFill/>
          <a:ln w="38100" cap="flat" cmpd="sng">
            <a:solidFill>
              <a:srgbClr val="00AD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800"/>
              <a:buFont typeface="Oi"/>
              <a:buNone/>
            </a:pPr>
            <a:endParaRPr sz="1800" b="1" i="0" u="none" strike="noStrike" cap="none">
              <a:solidFill>
                <a:schemeClr val="dk1"/>
              </a:solidFill>
              <a:latin typeface="Oi"/>
              <a:ea typeface="Oi"/>
              <a:cs typeface="Oi"/>
              <a:sym typeface="O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6"/>
        <p:cNvGrpSpPr/>
        <p:nvPr/>
      </p:nvGrpSpPr>
      <p:grpSpPr>
        <a:xfrm>
          <a:off x="0" y="0"/>
          <a:ext cx="0" cy="0"/>
          <a:chOff x="0" y="0"/>
          <a:chExt cx="0" cy="0"/>
        </a:xfrm>
      </p:grpSpPr>
      <p:sp>
        <p:nvSpPr>
          <p:cNvPr id="147" name="Google Shape;147;g362be3c2590_2_54"/>
          <p:cNvSpPr/>
          <p:nvPr/>
        </p:nvSpPr>
        <p:spPr>
          <a:xfrm>
            <a:off x="3261869" y="1062886"/>
            <a:ext cx="5668260" cy="8094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0AD00"/>
              </a:buClr>
              <a:buSzPts val="4000"/>
              <a:buFont typeface="Work Sans"/>
              <a:buNone/>
            </a:pPr>
            <a:r>
              <a:rPr lang="es-CO" sz="4000" b="1" i="0" u="none" strike="noStrike" cap="none" dirty="0">
                <a:solidFill>
                  <a:srgbClr val="00AD00"/>
                </a:solidFill>
                <a:latin typeface="Calibri" panose="020F0502020204030204" pitchFamily="34" charset="0"/>
                <a:ea typeface="Calibri" panose="020F0502020204030204" pitchFamily="34" charset="0"/>
                <a:cs typeface="Calibri" panose="020F0502020204030204" pitchFamily="34" charset="0"/>
                <a:sym typeface="Work Sans"/>
              </a:rPr>
              <a:t>PREGUNTA</a:t>
            </a:r>
            <a:r>
              <a:rPr lang="es-CO" sz="4000" b="1" i="0" u="none" strike="noStrike" cap="none" dirty="0">
                <a:solidFill>
                  <a:srgbClr val="38AA00"/>
                </a:solidFill>
                <a:latin typeface="Calibri" panose="020F0502020204030204" pitchFamily="34" charset="0"/>
                <a:ea typeface="Calibri" panose="020F0502020204030204" pitchFamily="34" charset="0"/>
                <a:cs typeface="Calibri" panose="020F0502020204030204" pitchFamily="34" charset="0"/>
                <a:sym typeface="Work Sans"/>
              </a:rPr>
              <a:t> </a:t>
            </a:r>
            <a:r>
              <a:rPr lang="es-CO" sz="4000" b="1" i="0" u="none" strike="noStrike" cap="none" dirty="0">
                <a:solidFill>
                  <a:srgbClr val="00AD00"/>
                </a:solidFill>
                <a:latin typeface="Calibri" panose="020F0502020204030204" pitchFamily="34" charset="0"/>
                <a:ea typeface="Calibri" panose="020F0502020204030204" pitchFamily="34" charset="0"/>
                <a:cs typeface="Calibri" panose="020F0502020204030204" pitchFamily="34" charset="0"/>
                <a:sym typeface="Work Sans"/>
              </a:rPr>
              <a:t>PROBLEMA</a:t>
            </a:r>
            <a:r>
              <a:rPr lang="es-CO" sz="4000" b="1" i="0" u="none" strike="noStrike" cap="none" dirty="0">
                <a:solidFill>
                  <a:srgbClr val="38AA00"/>
                </a:solidFill>
                <a:latin typeface="Calibri" panose="020F0502020204030204" pitchFamily="34" charset="0"/>
                <a:ea typeface="Calibri" panose="020F0502020204030204" pitchFamily="34" charset="0"/>
                <a:cs typeface="Calibri" panose="020F0502020204030204" pitchFamily="34" charset="0"/>
                <a:sym typeface="Work Sans"/>
              </a:rPr>
              <a:t> </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148" name="Google Shape;148;g362be3c2590_2_54"/>
          <p:cNvSpPr/>
          <p:nvPr/>
        </p:nvSpPr>
        <p:spPr>
          <a:xfrm>
            <a:off x="2036372" y="2746821"/>
            <a:ext cx="8119255" cy="193899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400"/>
              <a:buFont typeface="Oi"/>
              <a:buNone/>
            </a:pPr>
            <a:endParaRPr sz="28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Work Sans Light"/>
            </a:endParaRPr>
          </a:p>
          <a:p>
            <a:pPr marL="0" marR="0" lvl="0" indent="0" algn="ctr" rtl="0">
              <a:lnSpc>
                <a:spcPct val="100000"/>
              </a:lnSpc>
              <a:spcBef>
                <a:spcPts val="0"/>
              </a:spcBef>
              <a:spcAft>
                <a:spcPts val="0"/>
              </a:spcAft>
              <a:buClr>
                <a:schemeClr val="dk1"/>
              </a:buClr>
              <a:buSzPts val="2400"/>
              <a:buFont typeface="Work Sans Light"/>
              <a:buNone/>
            </a:pPr>
            <a:r>
              <a:rPr lang="es-CO" sz="24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Work Sans Light"/>
              </a:rPr>
              <a:t>¿De qué manera un sistema de información puede fortalecer la confianza de los clientes en el taller DilanMotos?</a:t>
            </a:r>
            <a:endParaRPr sz="2400" b="0" i="0" u="none" strike="noStrike" cap="none" dirty="0">
              <a:solidFill>
                <a:schemeClr val="dk1"/>
              </a:solidFill>
              <a:latin typeface="Calibri" panose="020F0502020204030204" pitchFamily="34" charset="0"/>
              <a:ea typeface="Calibri" panose="020F0502020204030204" pitchFamily="34" charset="0"/>
              <a:cs typeface="Calibri" panose="020F0502020204030204" pitchFamily="34" charset="0"/>
              <a:sym typeface="Work Sans Light"/>
            </a:endParaRPr>
          </a:p>
        </p:txBody>
      </p:sp>
      <p:sp>
        <p:nvSpPr>
          <p:cNvPr id="149" name="Google Shape;149;g362be3c2590_2_54"/>
          <p:cNvSpPr/>
          <p:nvPr/>
        </p:nvSpPr>
        <p:spPr>
          <a:xfrm>
            <a:off x="2520181" y="2189000"/>
            <a:ext cx="7151636" cy="241106"/>
          </a:xfrm>
          <a:custGeom>
            <a:avLst/>
            <a:gdLst/>
            <a:ahLst/>
            <a:cxnLst/>
            <a:rect l="l" t="t" r="r" b="b"/>
            <a:pathLst>
              <a:path w="8013037" h="403525" extrusionOk="0">
                <a:moveTo>
                  <a:pt x="0" y="0"/>
                </a:moveTo>
                <a:cubicBezTo>
                  <a:pt x="2673887" y="1046033"/>
                  <a:pt x="5339150" y="-642508"/>
                  <a:pt x="8013037" y="403525"/>
                </a:cubicBezTo>
              </a:path>
            </a:pathLst>
          </a:custGeom>
          <a:noFill/>
          <a:ln w="38100" cap="flat" cmpd="sng">
            <a:solidFill>
              <a:srgbClr val="00AD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800"/>
              <a:buFont typeface="Oi"/>
              <a:buNone/>
            </a:pPr>
            <a:endParaRPr sz="1800" b="1">
              <a:solidFill>
                <a:schemeClr val="dk1"/>
              </a:solidFill>
              <a:latin typeface="Oi"/>
              <a:ea typeface="Oi"/>
              <a:cs typeface="Oi"/>
              <a:sym typeface="O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4"/>
        <p:cNvGrpSpPr/>
        <p:nvPr/>
      </p:nvGrpSpPr>
      <p:grpSpPr>
        <a:xfrm>
          <a:off x="0" y="0"/>
          <a:ext cx="0" cy="0"/>
          <a:chOff x="0" y="0"/>
          <a:chExt cx="0" cy="0"/>
        </a:xfrm>
      </p:grpSpPr>
      <p:sp>
        <p:nvSpPr>
          <p:cNvPr id="166" name="Google Shape;166;g362be3c2590_2_64" descr="Presione dos veces para agregar texto aquí&#10;"/>
          <p:cNvSpPr txBox="1">
            <a:spLocks noGrp="1"/>
          </p:cNvSpPr>
          <p:nvPr>
            <p:ph type="body" idx="4294967295"/>
          </p:nvPr>
        </p:nvSpPr>
        <p:spPr>
          <a:xfrm>
            <a:off x="538820" y="2254425"/>
            <a:ext cx="10805700" cy="1815300"/>
          </a:xfrm>
          <a:prstGeom prst="rect">
            <a:avLst/>
          </a:prstGeom>
          <a:noFill/>
          <a:ln>
            <a:noFill/>
          </a:ln>
        </p:spPr>
        <p:txBody>
          <a:bodyPr spcFirstLastPara="1" wrap="square" lIns="91425" tIns="45700" rIns="91425" bIns="45700" anchor="t" anchorCtr="0">
            <a:noAutofit/>
          </a:bodyPr>
          <a:lstStyle/>
          <a:p>
            <a:pPr marL="0" lvl="0" indent="0" algn="just">
              <a:lnSpc>
                <a:spcPct val="100000"/>
              </a:lnSpc>
              <a:spcBef>
                <a:spcPts val="0"/>
              </a:spcBef>
              <a:buSzPts val="2000"/>
              <a:buNone/>
            </a:pPr>
            <a:r>
              <a:rPr lang="es-ES" sz="2000" dirty="0"/>
              <a:t>Desarrollar un sistema de información orientado a la web el cual es diseñado específicamente para el taller DilanMotos que incluya unos módulos específicos como lo son selección de repuestos para hacer una comparación de estos mismos (llantas, aceites, kits de arrastre) con el fin de resolver los problemas de desinformación de los clientes. </a:t>
            </a:r>
          </a:p>
          <a:p>
            <a:pPr marL="0" lvl="0" indent="0" algn="just">
              <a:lnSpc>
                <a:spcPct val="100000"/>
              </a:lnSpc>
              <a:spcBef>
                <a:spcPts val="0"/>
              </a:spcBef>
              <a:buSzPts val="2000"/>
              <a:buNone/>
            </a:pPr>
            <a:endParaRPr lang="es-ES" sz="2000" dirty="0"/>
          </a:p>
          <a:p>
            <a:pPr marL="0" lvl="0" indent="0" algn="just">
              <a:lnSpc>
                <a:spcPct val="100000"/>
              </a:lnSpc>
              <a:spcBef>
                <a:spcPts val="0"/>
              </a:spcBef>
              <a:buSzPts val="2000"/>
              <a:buNone/>
            </a:pPr>
            <a:r>
              <a:rPr lang="es-ES" sz="2000" dirty="0"/>
              <a:t>El sistema de información permitirá a los usuarios registrar los detalles específicos de su moto (Modelo, marca y año, estos tres puntualmente) para así mismo arrojarle la recomendación adecuada para su motocicleta además de mostrar la ficha técnica del producto seleccionado.</a:t>
            </a:r>
          </a:p>
          <a:p>
            <a:pPr marL="0" lvl="0" indent="0" algn="just">
              <a:lnSpc>
                <a:spcPct val="100000"/>
              </a:lnSpc>
              <a:spcBef>
                <a:spcPts val="0"/>
              </a:spcBef>
              <a:buSzPts val="2000"/>
              <a:buNone/>
            </a:pPr>
            <a:endParaRPr lang="es-ES" sz="2000" dirty="0"/>
          </a:p>
          <a:p>
            <a:pPr marL="228600" marR="0" lvl="0" indent="0" algn="just" rtl="0">
              <a:lnSpc>
                <a:spcPct val="90000"/>
              </a:lnSpc>
              <a:spcBef>
                <a:spcPts val="0"/>
              </a:spcBef>
              <a:spcAft>
                <a:spcPts val="0"/>
              </a:spcAft>
              <a:buClr>
                <a:schemeClr val="dk1"/>
              </a:buClr>
              <a:buSzPts val="2400"/>
              <a:buFont typeface="Arial"/>
              <a:buNone/>
            </a:pPr>
            <a:endParaRPr sz="2400" dirty="0"/>
          </a:p>
          <a:p>
            <a:pPr marL="228600" marR="0" lvl="0" indent="0" algn="just" rtl="0">
              <a:lnSpc>
                <a:spcPct val="90000"/>
              </a:lnSpc>
              <a:spcBef>
                <a:spcPts val="0"/>
              </a:spcBef>
              <a:spcAft>
                <a:spcPts val="0"/>
              </a:spcAft>
              <a:buClr>
                <a:schemeClr val="dk1"/>
              </a:buClr>
              <a:buSzPts val="2400"/>
              <a:buFont typeface="Arial"/>
              <a:buNone/>
            </a:pPr>
            <a:endParaRPr sz="2400" dirty="0"/>
          </a:p>
          <a:p>
            <a:pPr marL="228600" marR="0" lvl="0" indent="0" algn="just" rtl="0">
              <a:lnSpc>
                <a:spcPct val="90000"/>
              </a:lnSpc>
              <a:spcBef>
                <a:spcPts val="0"/>
              </a:spcBef>
              <a:spcAft>
                <a:spcPts val="0"/>
              </a:spcAft>
              <a:buClr>
                <a:schemeClr val="dk1"/>
              </a:buClr>
              <a:buSzPts val="2400"/>
              <a:buFont typeface="Arial"/>
              <a:buNone/>
            </a:pPr>
            <a:endParaRPr dirty="0"/>
          </a:p>
        </p:txBody>
      </p:sp>
      <p:sp>
        <p:nvSpPr>
          <p:cNvPr id="167" name="Google Shape;167;g362be3c2590_2_64"/>
          <p:cNvSpPr/>
          <p:nvPr/>
        </p:nvSpPr>
        <p:spPr>
          <a:xfrm>
            <a:off x="2483719" y="1447506"/>
            <a:ext cx="7151636" cy="241106"/>
          </a:xfrm>
          <a:custGeom>
            <a:avLst/>
            <a:gdLst/>
            <a:ahLst/>
            <a:cxnLst/>
            <a:rect l="l" t="t" r="r" b="b"/>
            <a:pathLst>
              <a:path w="8013037" h="403525" extrusionOk="0">
                <a:moveTo>
                  <a:pt x="0" y="0"/>
                </a:moveTo>
                <a:cubicBezTo>
                  <a:pt x="2673887" y="1046033"/>
                  <a:pt x="5339150" y="-642508"/>
                  <a:pt x="8013037" y="403525"/>
                </a:cubicBezTo>
              </a:path>
            </a:pathLst>
          </a:custGeom>
          <a:noFill/>
          <a:ln w="38100" cap="flat" cmpd="sng">
            <a:solidFill>
              <a:srgbClr val="00AD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800"/>
              <a:buFont typeface="Oi"/>
              <a:buNone/>
            </a:pPr>
            <a:endParaRPr sz="1800" b="1">
              <a:solidFill>
                <a:schemeClr val="dk1"/>
              </a:solidFill>
              <a:latin typeface="Oi"/>
              <a:ea typeface="Oi"/>
              <a:cs typeface="Oi"/>
              <a:sym typeface="Oi"/>
            </a:endParaRPr>
          </a:p>
        </p:txBody>
      </p:sp>
      <p:sp>
        <p:nvSpPr>
          <p:cNvPr id="4" name="Google Shape;158;g362be3c2590_2_71">
            <a:extLst>
              <a:ext uri="{FF2B5EF4-FFF2-40B4-BE49-F238E27FC236}">
                <a16:creationId xmlns:a16="http://schemas.microsoft.com/office/drawing/2014/main" id="{3E9B39DE-CED9-1C8C-9191-91868D7DB2C2}"/>
              </a:ext>
            </a:extLst>
          </p:cNvPr>
          <p:cNvSpPr>
            <a:spLocks noGrp="1"/>
          </p:cNvSpPr>
          <p:nvPr>
            <p:ph type="title" idx="4294967295"/>
          </p:nvPr>
        </p:nvSpPr>
        <p:spPr>
          <a:xfrm>
            <a:off x="3044825" y="635000"/>
            <a:ext cx="5738813" cy="711200"/>
          </a:xfrm>
          <a:prstGeom prst="rect">
            <a:avLst/>
          </a:prstGeom>
          <a:noFill/>
          <a:ln>
            <a:noFill/>
          </a:ln>
        </p:spPr>
        <p:txBody>
          <a:bodyPr spcFirstLastPara="1" wrap="square" lIns="91425" tIns="45700" rIns="91425" bIns="45700" anchor="t" anchorCtr="0">
            <a:noAutofit/>
          </a:bodyPr>
          <a:lstStyle/>
          <a:p>
            <a:pPr algn="ctr">
              <a:buClr>
                <a:srgbClr val="00AD00"/>
              </a:buClr>
              <a:buSzPts val="4000"/>
            </a:pPr>
            <a:r>
              <a:rPr lang="es-CO" sz="4000" b="1" dirty="0">
                <a:solidFill>
                  <a:srgbClr val="00AD00"/>
                </a:solidFill>
                <a:latin typeface="Calibri" panose="020F0502020204030204" pitchFamily="34" charset="0"/>
                <a:ea typeface="Calibri" panose="020F0502020204030204" pitchFamily="34" charset="0"/>
                <a:cs typeface="Calibri" panose="020F0502020204030204" pitchFamily="34" charset="0"/>
                <a:sym typeface="Work Sans"/>
              </a:rPr>
              <a:t>Alcance del proyecto </a:t>
            </a:r>
            <a:endParaRPr sz="4000" b="1" dirty="0">
              <a:solidFill>
                <a:srgbClr val="00AD00"/>
              </a:solidFill>
              <a:latin typeface="Calibri" panose="020F0502020204030204" pitchFamily="34" charset="0"/>
              <a:ea typeface="Calibri" panose="020F0502020204030204" pitchFamily="34" charset="0"/>
              <a:cs typeface="Calibri" panose="020F0502020204030204" pitchFamily="34" charset="0"/>
              <a:sym typeface="Work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7"/>
        <p:cNvGrpSpPr/>
        <p:nvPr/>
      </p:nvGrpSpPr>
      <p:grpSpPr>
        <a:xfrm>
          <a:off x="0" y="0"/>
          <a:ext cx="0" cy="0"/>
          <a:chOff x="0" y="0"/>
          <a:chExt cx="0" cy="0"/>
        </a:xfrm>
      </p:grpSpPr>
      <p:sp>
        <p:nvSpPr>
          <p:cNvPr id="158" name="Google Shape;158;g362be3c2590_2_71"/>
          <p:cNvSpPr/>
          <p:nvPr/>
        </p:nvSpPr>
        <p:spPr>
          <a:xfrm>
            <a:off x="1188095" y="307022"/>
            <a:ext cx="9815809" cy="527874"/>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FFFFFF"/>
              </a:buClr>
              <a:buSzPts val="3600"/>
              <a:buFont typeface="Work Sans"/>
              <a:buNone/>
            </a:pPr>
            <a:r>
              <a:rPr lang="es-CO" sz="4400" b="1" dirty="0">
                <a:solidFill>
                  <a:srgbClr val="FFFFFF"/>
                </a:solidFill>
                <a:latin typeface="Calibri" panose="020F0502020204030204" pitchFamily="34" charset="0"/>
                <a:ea typeface="Calibri" panose="020F0502020204030204" pitchFamily="34" charset="0"/>
                <a:cs typeface="Calibri" panose="020F0502020204030204" pitchFamily="34" charset="0"/>
                <a:sym typeface="Work Sans"/>
              </a:rPr>
              <a:t>Justificación</a:t>
            </a:r>
            <a:endParaRPr sz="4400" b="1" i="0" u="none" strike="noStrike" cap="none" dirty="0">
              <a:solidFill>
                <a:srgbClr val="FFFFFF"/>
              </a:solidFill>
              <a:latin typeface="Calibri" panose="020F0502020204030204" pitchFamily="34" charset="0"/>
              <a:ea typeface="Calibri" panose="020F0502020204030204" pitchFamily="34" charset="0"/>
              <a:cs typeface="Calibri" panose="020F0502020204030204" pitchFamily="34" charset="0"/>
              <a:sym typeface="Work Sans"/>
            </a:endParaRPr>
          </a:p>
        </p:txBody>
      </p:sp>
      <p:sp>
        <p:nvSpPr>
          <p:cNvPr id="159" name="Google Shape;159;g362be3c2590_2_71" descr="*#TXT_SIGN#*"/>
          <p:cNvSpPr/>
          <p:nvPr/>
        </p:nvSpPr>
        <p:spPr>
          <a:xfrm>
            <a:off x="389550" y="1870378"/>
            <a:ext cx="11412900" cy="4680600"/>
          </a:xfrm>
          <a:prstGeom prst="rect">
            <a:avLst/>
          </a:prstGeom>
          <a:noFill/>
          <a:ln>
            <a:noFill/>
          </a:ln>
        </p:spPr>
        <p:txBody>
          <a:bodyPr spcFirstLastPara="1" wrap="square" lIns="76200" tIns="76200" rIns="76200" bIns="76200" anchor="t" anchorCtr="0">
            <a:noAutofit/>
          </a:bodyPr>
          <a:lstStyle/>
          <a:p>
            <a:pPr marL="0" marR="0" lvl="0" indent="0" algn="l" rtl="0">
              <a:lnSpc>
                <a:spcPct val="100000"/>
              </a:lnSpc>
              <a:spcBef>
                <a:spcPts val="0"/>
              </a:spcBef>
              <a:spcAft>
                <a:spcPts val="0"/>
              </a:spcAft>
              <a:buClr>
                <a:schemeClr val="dk1"/>
              </a:buClr>
              <a:buSzPts val="2000"/>
              <a:buFont typeface="Oi"/>
              <a:buNone/>
            </a:pPr>
            <a:endParaRPr lang="es-ES" sz="2000" b="0" i="0" u="none" strike="noStrike" cap="none" dirty="0">
              <a:solidFill>
                <a:schemeClr val="dk1"/>
              </a:solidFill>
              <a:latin typeface="Oi"/>
              <a:ea typeface="Oi"/>
              <a:cs typeface="Oi"/>
              <a:sym typeface="Oi"/>
            </a:endParaRPr>
          </a:p>
          <a:p>
            <a:pPr marL="228600" lvl="0" algn="just">
              <a:lnSpc>
                <a:spcPct val="90000"/>
              </a:lnSpc>
              <a:buClr>
                <a:schemeClr val="dk1"/>
              </a:buClr>
              <a:buSzPts val="2400"/>
            </a:pPr>
            <a:r>
              <a:rPr lang="es-ES" sz="2000" dirty="0">
                <a:latin typeface="Calibri" panose="020F0502020204030204" pitchFamily="34" charset="0"/>
                <a:ea typeface="Calibri" panose="020F0502020204030204" pitchFamily="34" charset="0"/>
                <a:cs typeface="Calibri" panose="020F0502020204030204" pitchFamily="34" charset="0"/>
              </a:rPr>
              <a:t>El sistema de información nace de la necesidad en el mercado donde los clientes frecuentemente enfrentan dificultades al momento de identificar piezas adecuadas para sus motocicletas, muchos terminan adquiriendo productos incompatibles o de baja calidad esto mismo genera mayores gastos y riesgos en su motocicleta.</a:t>
            </a:r>
          </a:p>
          <a:p>
            <a:pPr marL="228600" lvl="0" algn="just">
              <a:lnSpc>
                <a:spcPct val="90000"/>
              </a:lnSpc>
              <a:buClr>
                <a:schemeClr val="dk1"/>
              </a:buClr>
              <a:buSzPts val="2400"/>
            </a:pPr>
            <a:endParaRPr lang="es-ES" sz="2000" dirty="0">
              <a:latin typeface="Calibri" panose="020F0502020204030204" pitchFamily="34" charset="0"/>
              <a:ea typeface="Calibri" panose="020F0502020204030204" pitchFamily="34" charset="0"/>
              <a:cs typeface="Calibri" panose="020F0502020204030204" pitchFamily="34" charset="0"/>
            </a:endParaRPr>
          </a:p>
          <a:p>
            <a:pPr marL="228600" lvl="0" algn="just">
              <a:lnSpc>
                <a:spcPct val="90000"/>
              </a:lnSpc>
              <a:buClr>
                <a:schemeClr val="dk1"/>
              </a:buClr>
              <a:buSzPts val="2400"/>
            </a:pPr>
            <a:r>
              <a:rPr lang="es-ES" sz="2000" dirty="0">
                <a:latin typeface="Calibri" panose="020F0502020204030204" pitchFamily="34" charset="0"/>
                <a:ea typeface="Calibri" panose="020F0502020204030204" pitchFamily="34" charset="0"/>
                <a:cs typeface="Calibri" panose="020F0502020204030204" pitchFamily="34" charset="0"/>
              </a:rPr>
              <a:t>En el caso DilanMotos, los usuarios a menudo expresan dudas sobre si las recomendaciones del mecánico corresponden a lo que realmente necesita su vehículo. Esta desconfianza, sumada a la falta de herramientas digitales de apoyo, evidencia la necesidad de una herramienta confiable que ayude a tomar las mejores decisiones al momento de adquirir repuestos.</a:t>
            </a:r>
            <a:endParaRPr lang="es-ES" sz="2000" dirty="0">
              <a:solidFill>
                <a:schemeClr val="dk1"/>
              </a:solidFill>
              <a:latin typeface="Calibri" panose="020F0502020204030204" pitchFamily="34" charset="0"/>
              <a:ea typeface="Calibri" panose="020F0502020204030204" pitchFamily="34" charset="0"/>
              <a:cs typeface="Calibri" panose="020F0502020204030204" pitchFamily="34" charset="0"/>
              <a:sym typeface="Calibri"/>
            </a:endParaRPr>
          </a:p>
          <a:p>
            <a:pPr marL="0" marR="0" lvl="0" indent="0" algn="just" rtl="0">
              <a:lnSpc>
                <a:spcPct val="100000"/>
              </a:lnSpc>
              <a:spcBef>
                <a:spcPts val="0"/>
              </a:spcBef>
              <a:spcAft>
                <a:spcPts val="0"/>
              </a:spcAft>
              <a:buClr>
                <a:schemeClr val="dk1"/>
              </a:buClr>
              <a:buSzPts val="2000"/>
              <a:buFont typeface="Oi"/>
              <a:buNone/>
            </a:pPr>
            <a:endParaRPr sz="2000"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2000"/>
              <a:buFont typeface="Oi"/>
              <a:buNone/>
            </a:pPr>
            <a:endParaRPr sz="2000"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2000"/>
              <a:buFont typeface="Oi"/>
              <a:buNone/>
            </a:pPr>
            <a:r>
              <a:rPr lang="es-CO" sz="2000" dirty="0">
                <a:solidFill>
                  <a:schemeClr val="dk1"/>
                </a:solidFill>
                <a:latin typeface="Calibri"/>
                <a:ea typeface="Calibri"/>
                <a:cs typeface="Calibri"/>
                <a:sym typeface="Calibri"/>
              </a:rPr>
              <a:t> </a:t>
            </a:r>
            <a:endParaRPr sz="2000"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2000"/>
              <a:buFont typeface="Oi"/>
              <a:buNone/>
            </a:pPr>
            <a:endParaRPr sz="2000"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2000"/>
              <a:buFont typeface="Oi"/>
              <a:buNone/>
            </a:pPr>
            <a:endParaRPr sz="2000"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2000"/>
              <a:buFont typeface="Oi"/>
              <a:buNone/>
            </a:pPr>
            <a:endParaRPr sz="2000"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2000"/>
              <a:buFont typeface="Oi"/>
              <a:buNone/>
            </a:pPr>
            <a:endParaRPr sz="2000"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2000"/>
              <a:buFont typeface="Oi"/>
              <a:buNone/>
            </a:pPr>
            <a:endParaRPr sz="2000" dirty="0">
              <a:solidFill>
                <a:schemeClr val="dk1"/>
              </a:solidFill>
              <a:latin typeface="Calibri"/>
              <a:ea typeface="Calibri"/>
              <a:cs typeface="Calibri"/>
              <a:sym typeface="Calibri"/>
            </a:endParaRPr>
          </a:p>
          <a:p>
            <a:pPr marL="0" marR="0" lvl="0" indent="0" algn="just" rtl="0">
              <a:lnSpc>
                <a:spcPct val="100000"/>
              </a:lnSpc>
              <a:spcBef>
                <a:spcPts val="0"/>
              </a:spcBef>
              <a:spcAft>
                <a:spcPts val="0"/>
              </a:spcAft>
              <a:buClr>
                <a:schemeClr val="dk1"/>
              </a:buClr>
              <a:buSzPts val="2000"/>
              <a:buFont typeface="Oi"/>
              <a:buNone/>
            </a:pPr>
            <a:r>
              <a:rPr lang="es-CO" sz="2000" dirty="0">
                <a:solidFill>
                  <a:schemeClr val="dk1"/>
                </a:solidFill>
                <a:latin typeface="Calibri"/>
                <a:ea typeface="Calibri"/>
                <a:cs typeface="Calibri"/>
                <a:sym typeface="Calibri"/>
              </a:rPr>
              <a:t>     </a:t>
            </a:r>
            <a:endParaRPr sz="2000" dirty="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5"/>
        <p:cNvGrpSpPr/>
        <p:nvPr/>
      </p:nvGrpSpPr>
      <p:grpSpPr>
        <a:xfrm>
          <a:off x="0" y="0"/>
          <a:ext cx="0" cy="0"/>
          <a:chOff x="0" y="0"/>
          <a:chExt cx="0" cy="0"/>
        </a:xfrm>
      </p:grpSpPr>
      <p:sp>
        <p:nvSpPr>
          <p:cNvPr id="176" name="Google Shape;176;g362be3c2590_2_80"/>
          <p:cNvSpPr/>
          <p:nvPr/>
        </p:nvSpPr>
        <p:spPr>
          <a:xfrm>
            <a:off x="0" y="4468968"/>
            <a:ext cx="12192000" cy="2389031"/>
          </a:xfrm>
          <a:prstGeom prst="rect">
            <a:avLst/>
          </a:prstGeom>
          <a:solidFill>
            <a:srgbClr val="00AD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Oi"/>
              <a:buNone/>
            </a:pPr>
            <a:endParaRPr sz="1800">
              <a:solidFill>
                <a:schemeClr val="lt1"/>
              </a:solidFill>
              <a:latin typeface="Oi"/>
              <a:ea typeface="Oi"/>
              <a:cs typeface="Oi"/>
              <a:sym typeface="Oi"/>
            </a:endParaRPr>
          </a:p>
        </p:txBody>
      </p:sp>
      <p:sp>
        <p:nvSpPr>
          <p:cNvPr id="177" name="Google Shape;177;g362be3c2590_2_80" descr="*#TXT_SIGN#*"/>
          <p:cNvSpPr/>
          <p:nvPr/>
        </p:nvSpPr>
        <p:spPr>
          <a:xfrm>
            <a:off x="94576" y="5534212"/>
            <a:ext cx="3654197" cy="1231106"/>
          </a:xfrm>
          <a:prstGeom prst="rect">
            <a:avLst/>
          </a:prstGeom>
          <a:noFill/>
          <a:ln>
            <a:noFill/>
          </a:ln>
        </p:spPr>
        <p:txBody>
          <a:bodyPr spcFirstLastPara="1" wrap="square" lIns="76200" tIns="76200" rIns="76200" bIns="76200" anchor="t" anchorCtr="0">
            <a:noAutofit/>
          </a:bodyPr>
          <a:lstStyle/>
          <a:p>
            <a:pPr marL="0" marR="0" lvl="0" indent="0" algn="l" rtl="0">
              <a:lnSpc>
                <a:spcPct val="100000"/>
              </a:lnSpc>
              <a:spcBef>
                <a:spcPts val="0"/>
              </a:spcBef>
              <a:spcAft>
                <a:spcPts val="0"/>
              </a:spcAft>
              <a:buClr>
                <a:schemeClr val="lt1"/>
              </a:buClr>
              <a:buSzPts val="1400"/>
              <a:buFont typeface="Work Sans"/>
              <a:buNone/>
            </a:pPr>
            <a:r>
              <a:rPr lang="es-CO" sz="1400" b="1" i="0" u="none" strike="noStrike" cap="none" dirty="0">
                <a:solidFill>
                  <a:schemeClr val="lt1"/>
                </a:solidFill>
                <a:latin typeface="Work Sans"/>
                <a:ea typeface="Work Sans"/>
                <a:cs typeface="Work Sans"/>
                <a:sym typeface="Work Sans"/>
              </a:rPr>
              <a:t>Juan Andrés Cruz Briceño </a:t>
            </a:r>
            <a:endParaRPr dirty="0"/>
          </a:p>
          <a:p>
            <a:pPr marL="0" marR="0" lvl="0" indent="0" algn="l" rtl="0">
              <a:lnSpc>
                <a:spcPct val="100000"/>
              </a:lnSpc>
              <a:spcBef>
                <a:spcPts val="0"/>
              </a:spcBef>
              <a:spcAft>
                <a:spcPts val="0"/>
              </a:spcAft>
              <a:buClr>
                <a:schemeClr val="lt1"/>
              </a:buClr>
              <a:buSzPts val="1400"/>
              <a:buFont typeface="Work Sans"/>
              <a:buNone/>
            </a:pPr>
            <a:r>
              <a:rPr lang="es-CO" sz="1400" b="1" i="0" u="none" strike="noStrike" cap="none" dirty="0">
                <a:solidFill>
                  <a:schemeClr val="lt1"/>
                </a:solidFill>
                <a:latin typeface="Work Sans"/>
                <a:ea typeface="Work Sans"/>
                <a:cs typeface="Work Sans"/>
                <a:sym typeface="Work Sans"/>
              </a:rPr>
              <a:t>Diver Mauricio Manrique Osma </a:t>
            </a:r>
            <a:endParaRPr dirty="0"/>
          </a:p>
          <a:p>
            <a:pPr marL="0" marR="0" lvl="0" indent="0" algn="l" rtl="0">
              <a:lnSpc>
                <a:spcPct val="100000"/>
              </a:lnSpc>
              <a:spcBef>
                <a:spcPts val="0"/>
              </a:spcBef>
              <a:spcAft>
                <a:spcPts val="0"/>
              </a:spcAft>
              <a:buClr>
                <a:schemeClr val="lt1"/>
              </a:buClr>
              <a:buSzPts val="1400"/>
              <a:buFont typeface="Work Sans"/>
              <a:buNone/>
            </a:pPr>
            <a:r>
              <a:rPr lang="es-CO" sz="1400" b="1" i="0" u="none" strike="noStrike" cap="none" dirty="0">
                <a:solidFill>
                  <a:schemeClr val="lt1"/>
                </a:solidFill>
                <a:latin typeface="Work Sans"/>
                <a:ea typeface="Work Sans"/>
                <a:cs typeface="Work Sans"/>
                <a:sym typeface="Work Sans"/>
              </a:rPr>
              <a:t>Rafael Alejandro Ramírez Melo </a:t>
            </a:r>
            <a:endParaRPr dirty="0"/>
          </a:p>
          <a:p>
            <a:pPr marL="0" marR="0" lvl="0" indent="0" algn="l" rtl="0">
              <a:lnSpc>
                <a:spcPct val="100000"/>
              </a:lnSpc>
              <a:spcBef>
                <a:spcPts val="0"/>
              </a:spcBef>
              <a:spcAft>
                <a:spcPts val="0"/>
              </a:spcAft>
              <a:buClr>
                <a:schemeClr val="lt1"/>
              </a:buClr>
              <a:buSzPts val="1400"/>
              <a:buFont typeface="Work Sans"/>
              <a:buNone/>
            </a:pPr>
            <a:r>
              <a:rPr lang="es-CO" sz="1400" b="1" i="0" u="none" strike="noStrike" cap="none" dirty="0" err="1">
                <a:solidFill>
                  <a:schemeClr val="lt1"/>
                </a:solidFill>
                <a:latin typeface="Work Sans"/>
                <a:ea typeface="Work Sans"/>
                <a:cs typeface="Work Sans"/>
                <a:sym typeface="Work Sans"/>
              </a:rPr>
              <a:t>Neyder</a:t>
            </a:r>
            <a:r>
              <a:rPr lang="es-CO" sz="1400" b="1" i="0" u="none" strike="noStrike" cap="none" dirty="0">
                <a:solidFill>
                  <a:schemeClr val="lt1"/>
                </a:solidFill>
                <a:latin typeface="Work Sans"/>
                <a:ea typeface="Work Sans"/>
                <a:cs typeface="Work Sans"/>
                <a:sym typeface="Work Sans"/>
              </a:rPr>
              <a:t> Estiben Manrique </a:t>
            </a:r>
            <a:r>
              <a:rPr lang="es-CO" sz="1400" b="1" i="0" u="none" strike="noStrike" cap="none" dirty="0" err="1">
                <a:solidFill>
                  <a:schemeClr val="lt1"/>
                </a:solidFill>
                <a:latin typeface="Work Sans"/>
                <a:ea typeface="Work Sans"/>
                <a:cs typeface="Work Sans"/>
                <a:sym typeface="Work Sans"/>
              </a:rPr>
              <a:t>Alvarez</a:t>
            </a:r>
            <a:endParaRPr sz="1400" b="1" i="0" u="none" strike="noStrike" cap="none" dirty="0">
              <a:solidFill>
                <a:schemeClr val="lt1"/>
              </a:solidFill>
              <a:latin typeface="Work Sans"/>
              <a:ea typeface="Work Sans"/>
              <a:cs typeface="Work Sans"/>
              <a:sym typeface="Work Sans"/>
            </a:endParaRPr>
          </a:p>
          <a:p>
            <a:pPr marL="0" marR="0" lvl="0" indent="0" algn="l" rtl="0">
              <a:lnSpc>
                <a:spcPct val="100000"/>
              </a:lnSpc>
              <a:spcBef>
                <a:spcPts val="0"/>
              </a:spcBef>
              <a:spcAft>
                <a:spcPts val="0"/>
              </a:spcAft>
              <a:buClr>
                <a:schemeClr val="lt1"/>
              </a:buClr>
              <a:buSzPts val="1400"/>
              <a:buFont typeface="Work Sans"/>
              <a:buNone/>
            </a:pPr>
            <a:r>
              <a:rPr lang="es-CO" sz="1400" b="1" i="0" u="none" strike="noStrike" cap="none" dirty="0">
                <a:solidFill>
                  <a:schemeClr val="lt1"/>
                </a:solidFill>
                <a:latin typeface="Work Sans"/>
                <a:ea typeface="Work Sans"/>
                <a:cs typeface="Work Sans"/>
                <a:sym typeface="Work Sans"/>
              </a:rPr>
              <a:t>Juan Manuel Cortés Castillo</a:t>
            </a:r>
            <a:endParaRPr sz="1000" b="1" i="0" u="none" strike="noStrike" cap="none" dirty="0">
              <a:solidFill>
                <a:schemeClr val="lt1"/>
              </a:solidFill>
              <a:latin typeface="Work Sans"/>
              <a:ea typeface="Work Sans"/>
              <a:cs typeface="Work Sans"/>
              <a:sym typeface="Work Sans"/>
            </a:endParaRPr>
          </a:p>
        </p:txBody>
      </p:sp>
    </p:spTree>
  </p:cSld>
  <p:clrMapOvr>
    <a:masterClrMapping/>
  </p:clrMapOvr>
</p:sld>
</file>

<file path=ppt/theme/theme1.xml><?xml version="1.0" encoding="utf-8"?>
<a:theme xmlns:a="http://schemas.openxmlformats.org/drawingml/2006/main" name="Tema de Office">
  <a:themeElements>
    <a:clrScheme name="Tema de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335</TotalTime>
  <Words>527</Words>
  <Application>Microsoft Office PowerPoint</Application>
  <PresentationFormat>Panorámica</PresentationFormat>
  <Paragraphs>73</Paragraphs>
  <Slides>8</Slides>
  <Notes>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Oi</vt:lpstr>
      <vt:lpstr>Work Sans Light</vt:lpstr>
      <vt:lpstr>Arial</vt:lpstr>
      <vt:lpstr>Work Sans</vt:lpstr>
      <vt:lpstr>Calibri</vt:lpstr>
      <vt:lpstr>Tema de Office</vt:lpstr>
      <vt:lpstr>Presentación de PowerPoint</vt:lpstr>
      <vt:lpstr>Presentación de PowerPoint</vt:lpstr>
      <vt:lpstr>Presentación de PowerPoint</vt:lpstr>
      <vt:lpstr>Presentación de PowerPoint</vt:lpstr>
      <vt:lpstr>Presentación de PowerPoint</vt:lpstr>
      <vt:lpstr>Alcance del proyecto </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Jorge Enrique Pedraza Sanchez</dc:creator>
  <cp:lastModifiedBy>Juan Cruz</cp:lastModifiedBy>
  <cp:revision>11</cp:revision>
  <dcterms:created xsi:type="dcterms:W3CDTF">2020-10-01T23:51:28Z</dcterms:created>
  <dcterms:modified xsi:type="dcterms:W3CDTF">2025-07-08T00:09:40Z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